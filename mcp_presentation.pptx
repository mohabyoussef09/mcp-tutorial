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Lato"/>
      <p:regular r:id="rId41"/>
      <p:bold r:id="rId42"/>
      <p:italic r:id="rId43"/>
      <p:boldItalic r:id="rId44"/>
    </p:embeddedFont>
    <p:embeddedFont>
      <p:font typeface="Poppi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6.xml"/><Relationship Id="rId44" Type="http://schemas.openxmlformats.org/officeDocument/2006/relationships/font" Target="fonts/Lato-boldItalic.fntdata"/><Relationship Id="rId21" Type="http://schemas.openxmlformats.org/officeDocument/2006/relationships/slide" Target="slides/slide15.xml"/><Relationship Id="rId43" Type="http://schemas.openxmlformats.org/officeDocument/2006/relationships/font" Target="fonts/Lato-italic.fntdata"/><Relationship Id="rId24" Type="http://schemas.openxmlformats.org/officeDocument/2006/relationships/slide" Target="slides/slide18.xml"/><Relationship Id="rId46" Type="http://schemas.openxmlformats.org/officeDocument/2006/relationships/font" Target="fonts/Poppins-bold.fntdata"/><Relationship Id="rId23" Type="http://schemas.openxmlformats.org/officeDocument/2006/relationships/slide" Target="slides/slide17.xml"/><Relationship Id="rId45"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Poppins-boldItalic.fntdata"/><Relationship Id="rId25" Type="http://schemas.openxmlformats.org/officeDocument/2006/relationships/slide" Target="slides/slide19.xml"/><Relationship Id="rId47" Type="http://schemas.openxmlformats.org/officeDocument/2006/relationships/font" Target="fonts/Poppins-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4439fe5e0_2_7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a4439fe5e0_2_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4439fe5e0_2_8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a4439fe5e0_2_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4439fe5e0_0_4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a4439fe5e0_0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4439fe5e0_2_10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a4439fe5e0_2_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4439fe5e0_2_10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a4439fe5e0_2_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4439fe5e0_0_6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a4439fe5e0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4439fe5e0_0_7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a4439fe5e0_0_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4439fe5e0_0_7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a4439fe5e0_0_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4439fe5e0_2_11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a4439fe5e0_2_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4439fe5e0_2_12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a4439fe5e0_2_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4439fe5e0_2_13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a4439fe5e0_2_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4439fe5e0_2_15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a4439fe5e0_2_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4439fe5e0_2_16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a4439fe5e0_2_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4439fe5e0_2_18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a4439fe5e0_2_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4439fe5e0_2_19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a4439fe5e0_2_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4439fe5e0_2_19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a4439fe5e0_2_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4439fe5e0_2_21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a4439fe5e0_2_2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4439fe5e0_2_225: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a4439fe5e0_2_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a4439fe5e0_2_23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a4439fe5e0_2_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4439fe5e0_2_24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3a4439fe5e0_2_2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a4439fe5e0_2_25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a4439fe5e0_2_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a4439fe5e0_2_26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a4439fe5e0_2_2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a4439fe5e0_2_27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3a4439fe5e0_2_2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a4439fe5e0_2_27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3a4439fe5e0_2_2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4439fe5e0_2_28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a4439fe5e0_2_2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a4439fe5e0_2_29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a4439fe5e0_2_2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a4439fe5e0_2_31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a4439fe5e0_2_3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a4439fe5e0_2_31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a4439fe5e0_2_3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4439fe5e0_2_34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a4439fe5e0_2_3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a4439fe5e0_2_34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a4439fe5e0_2_3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a4439fe5e0_2_35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a4439fe5e0_2_3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a4439fe5e0_2_35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g3a4439fe5e0_2_3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a4439fe5e0_2_37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g3a4439fe5e0_2_3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a4439fe5e0_2_38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g3a4439fe5e0_2_3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54" name="Shape 54"/>
        <p:cNvGrpSpPr/>
        <p:nvPr/>
      </p:nvGrpSpPr>
      <p:grpSpPr>
        <a:xfrm>
          <a:off x="0" y="0"/>
          <a:ext cx="0" cy="0"/>
          <a:chOff x="0" y="0"/>
          <a:chExt cx="0" cy="0"/>
        </a:xfrm>
      </p:grpSpPr>
      <p:sp>
        <p:nvSpPr>
          <p:cNvPr id="55" name="Google Shape;55;p14"/>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56" name="Shape 56"/>
        <p:cNvGrpSpPr/>
        <p:nvPr/>
      </p:nvGrpSpPr>
      <p:grpSpPr>
        <a:xfrm>
          <a:off x="0" y="0"/>
          <a:ext cx="0" cy="0"/>
          <a:chOff x="0" y="0"/>
          <a:chExt cx="0" cy="0"/>
        </a:xfrm>
      </p:grpSpPr>
      <p:sp>
        <p:nvSpPr>
          <p:cNvPr id="57" name="Google Shape;57;p15"/>
          <p:cNvSpPr txBox="1"/>
          <p:nvPr>
            <p:ph idx="1" type="body"/>
          </p:nvPr>
        </p:nvSpPr>
        <p:spPr>
          <a:xfrm>
            <a:off x="457200" y="4494811"/>
            <a:ext cx="8229600" cy="227172"/>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100"/>
              <a:buFont typeface="Arial"/>
              <a:buNone/>
              <a:defRPr sz="1100">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58" name="Google Shape;58;p15"/>
          <p:cNvSpPr txBox="1"/>
          <p:nvPr>
            <p:ph type="title"/>
          </p:nvPr>
        </p:nvSpPr>
        <p:spPr>
          <a:xfrm>
            <a:off x="457200" y="1328737"/>
            <a:ext cx="8229600" cy="1600200"/>
          </a:xfrm>
          <a:prstGeom prst="rect">
            <a:avLst/>
          </a:prstGeom>
          <a:noFill/>
          <a:ln>
            <a:noFill/>
          </a:ln>
        </p:spPr>
        <p:txBody>
          <a:bodyPr anchorCtr="0" anchor="b" bIns="19050" lIns="19050" spcFirstLastPara="1" rIns="19050" wrap="square" tIns="19050">
            <a:normAutofit/>
          </a:bodyPr>
          <a:lstStyle>
            <a:lvl1pPr lvl="0" algn="ctr">
              <a:lnSpc>
                <a:spcPct val="80000"/>
              </a:lnSpc>
              <a:spcBef>
                <a:spcPts val="0"/>
              </a:spcBef>
              <a:spcAft>
                <a:spcPts val="0"/>
              </a:spcAft>
              <a:buClr>
                <a:srgbClr val="000000"/>
              </a:buClr>
              <a:buSzPts val="4800"/>
              <a:buFont typeface="Arial"/>
              <a:buNone/>
              <a:defRPr sz="4800"/>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59" name="Google Shape;59;p15"/>
          <p:cNvSpPr txBox="1"/>
          <p:nvPr>
            <p:ph idx="2" type="body"/>
          </p:nvPr>
        </p:nvSpPr>
        <p:spPr>
          <a:xfrm>
            <a:off x="457200" y="2837842"/>
            <a:ext cx="8229600" cy="843972"/>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2300"/>
              <a:buFont typeface="Arial"/>
              <a:buNone/>
              <a:defRPr sz="2300">
                <a:latin typeface="Arial"/>
                <a:ea typeface="Arial"/>
                <a:cs typeface="Arial"/>
                <a:sym typeface="Arial"/>
              </a:defRPr>
            </a:lvl1pPr>
            <a:lvl2pPr indent="-228600" lvl="1" marL="914400" algn="ctr">
              <a:lnSpc>
                <a:spcPct val="100000"/>
              </a:lnSpc>
              <a:spcBef>
                <a:spcPts val="0"/>
              </a:spcBef>
              <a:spcAft>
                <a:spcPts val="0"/>
              </a:spcAft>
              <a:buClr>
                <a:srgbClr val="000000"/>
              </a:buClr>
              <a:buSzPts val="2300"/>
              <a:buFont typeface="Arial"/>
              <a:buNone/>
              <a:defRPr sz="2300">
                <a:latin typeface="Arial"/>
                <a:ea typeface="Arial"/>
                <a:cs typeface="Arial"/>
                <a:sym typeface="Arial"/>
              </a:defRPr>
            </a:lvl2pPr>
            <a:lvl3pPr indent="-228600" lvl="2" marL="1371600" algn="ctr">
              <a:lnSpc>
                <a:spcPct val="100000"/>
              </a:lnSpc>
              <a:spcBef>
                <a:spcPts val="0"/>
              </a:spcBef>
              <a:spcAft>
                <a:spcPts val="0"/>
              </a:spcAft>
              <a:buClr>
                <a:srgbClr val="000000"/>
              </a:buClr>
              <a:buSzPts val="2300"/>
              <a:buFont typeface="Arial"/>
              <a:buNone/>
              <a:defRPr sz="2300">
                <a:latin typeface="Arial"/>
                <a:ea typeface="Arial"/>
                <a:cs typeface="Arial"/>
                <a:sym typeface="Arial"/>
              </a:defRPr>
            </a:lvl3pPr>
            <a:lvl4pPr indent="-228600" lvl="3" marL="1828800" algn="ctr">
              <a:lnSpc>
                <a:spcPct val="100000"/>
              </a:lnSpc>
              <a:spcBef>
                <a:spcPts val="0"/>
              </a:spcBef>
              <a:spcAft>
                <a:spcPts val="0"/>
              </a:spcAft>
              <a:buClr>
                <a:srgbClr val="000000"/>
              </a:buClr>
              <a:buSzPts val="2300"/>
              <a:buFont typeface="Arial"/>
              <a:buNone/>
              <a:defRPr sz="2300">
                <a:latin typeface="Arial"/>
                <a:ea typeface="Arial"/>
                <a:cs typeface="Arial"/>
                <a:sym typeface="Arial"/>
              </a:defRPr>
            </a:lvl4pPr>
            <a:lvl5pPr indent="-228600" lvl="4" marL="2286000" algn="ctr">
              <a:lnSpc>
                <a:spcPct val="100000"/>
              </a:lnSpc>
              <a:spcBef>
                <a:spcPts val="0"/>
              </a:spcBef>
              <a:spcAft>
                <a:spcPts val="0"/>
              </a:spcAft>
              <a:buClr>
                <a:srgbClr val="000000"/>
              </a:buClr>
              <a:buSzPts val="2300"/>
              <a:buFont typeface="Arial"/>
              <a:buNone/>
              <a:defRPr sz="2300">
                <a:latin typeface="Arial"/>
                <a:ea typeface="Arial"/>
                <a:cs typeface="Arial"/>
                <a:sym typeface="Arial"/>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60" name="Google Shape;60;p15"/>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p:cSld name="Title &amp; Photo">
    <p:spTree>
      <p:nvGrpSpPr>
        <p:cNvPr id="61" name="Shape 61"/>
        <p:cNvGrpSpPr/>
        <p:nvPr/>
      </p:nvGrpSpPr>
      <p:grpSpPr>
        <a:xfrm>
          <a:off x="0" y="0"/>
          <a:ext cx="0" cy="0"/>
          <a:chOff x="0" y="0"/>
          <a:chExt cx="0" cy="0"/>
        </a:xfrm>
      </p:grpSpPr>
      <p:sp>
        <p:nvSpPr>
          <p:cNvPr id="62" name="Google Shape;62;p16"/>
          <p:cNvSpPr/>
          <p:nvPr>
            <p:ph idx="2" type="pic"/>
          </p:nvPr>
        </p:nvSpPr>
        <p:spPr>
          <a:xfrm>
            <a:off x="0" y="-476250"/>
            <a:ext cx="9144000" cy="6096000"/>
          </a:xfrm>
          <a:prstGeom prst="rect">
            <a:avLst/>
          </a:prstGeom>
          <a:noFill/>
          <a:ln>
            <a:noFill/>
          </a:ln>
        </p:spPr>
      </p:sp>
      <p:sp>
        <p:nvSpPr>
          <p:cNvPr id="63" name="Google Shape;63;p16"/>
          <p:cNvSpPr txBox="1"/>
          <p:nvPr>
            <p:ph type="title"/>
          </p:nvPr>
        </p:nvSpPr>
        <p:spPr>
          <a:xfrm>
            <a:off x="457200" y="1328737"/>
            <a:ext cx="8229600" cy="1600200"/>
          </a:xfrm>
          <a:prstGeom prst="rect">
            <a:avLst/>
          </a:prstGeom>
          <a:noFill/>
          <a:ln>
            <a:noFill/>
          </a:ln>
        </p:spPr>
        <p:txBody>
          <a:bodyPr anchorCtr="0" anchor="b" bIns="19050" lIns="19050" spcFirstLastPara="1" rIns="19050" wrap="square" tIns="19050">
            <a:normAutofit/>
          </a:bodyPr>
          <a:lstStyle>
            <a:lvl1pPr lvl="0" algn="ctr">
              <a:lnSpc>
                <a:spcPct val="80000"/>
              </a:lnSpc>
              <a:spcBef>
                <a:spcPts val="0"/>
              </a:spcBef>
              <a:spcAft>
                <a:spcPts val="0"/>
              </a:spcAft>
              <a:buClr>
                <a:srgbClr val="FFFFFF"/>
              </a:buClr>
              <a:buSzPts val="4800"/>
              <a:buFont typeface="Arial"/>
              <a:buNone/>
              <a:defRPr sz="4800">
                <a:solidFill>
                  <a:srgbClr val="FFFFFF"/>
                </a:solidFill>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64" name="Google Shape;64;p16"/>
          <p:cNvSpPr txBox="1"/>
          <p:nvPr>
            <p:ph idx="1" type="body"/>
          </p:nvPr>
        </p:nvSpPr>
        <p:spPr>
          <a:xfrm>
            <a:off x="457200" y="2838450"/>
            <a:ext cx="8229600" cy="844542"/>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FFFFFF"/>
              </a:buClr>
              <a:buSzPts val="2300"/>
              <a:buFont typeface="Arial"/>
              <a:buNone/>
              <a:defRPr sz="2300">
                <a:solidFill>
                  <a:srgbClr val="FFFFFF"/>
                </a:solidFill>
                <a:latin typeface="Arial"/>
                <a:ea typeface="Arial"/>
                <a:cs typeface="Arial"/>
                <a:sym typeface="Arial"/>
              </a:defRPr>
            </a:lvl1pPr>
            <a:lvl2pPr indent="-228600" lvl="1" marL="914400" algn="ctr">
              <a:lnSpc>
                <a:spcPct val="100000"/>
              </a:lnSpc>
              <a:spcBef>
                <a:spcPts val="0"/>
              </a:spcBef>
              <a:spcAft>
                <a:spcPts val="0"/>
              </a:spcAft>
              <a:buClr>
                <a:srgbClr val="FFFFFF"/>
              </a:buClr>
              <a:buSzPts val="2300"/>
              <a:buFont typeface="Arial"/>
              <a:buNone/>
              <a:defRPr sz="2300">
                <a:solidFill>
                  <a:srgbClr val="FFFFFF"/>
                </a:solidFill>
                <a:latin typeface="Arial"/>
                <a:ea typeface="Arial"/>
                <a:cs typeface="Arial"/>
                <a:sym typeface="Arial"/>
              </a:defRPr>
            </a:lvl2pPr>
            <a:lvl3pPr indent="-228600" lvl="2" marL="1371600" algn="ctr">
              <a:lnSpc>
                <a:spcPct val="100000"/>
              </a:lnSpc>
              <a:spcBef>
                <a:spcPts val="0"/>
              </a:spcBef>
              <a:spcAft>
                <a:spcPts val="0"/>
              </a:spcAft>
              <a:buClr>
                <a:srgbClr val="FFFFFF"/>
              </a:buClr>
              <a:buSzPts val="2300"/>
              <a:buFont typeface="Arial"/>
              <a:buNone/>
              <a:defRPr sz="2300">
                <a:solidFill>
                  <a:srgbClr val="FFFFFF"/>
                </a:solidFill>
                <a:latin typeface="Arial"/>
                <a:ea typeface="Arial"/>
                <a:cs typeface="Arial"/>
                <a:sym typeface="Arial"/>
              </a:defRPr>
            </a:lvl3pPr>
            <a:lvl4pPr indent="-228600" lvl="3" marL="1828800" algn="ctr">
              <a:lnSpc>
                <a:spcPct val="100000"/>
              </a:lnSpc>
              <a:spcBef>
                <a:spcPts val="0"/>
              </a:spcBef>
              <a:spcAft>
                <a:spcPts val="0"/>
              </a:spcAft>
              <a:buClr>
                <a:srgbClr val="FFFFFF"/>
              </a:buClr>
              <a:buSzPts val="2300"/>
              <a:buFont typeface="Arial"/>
              <a:buNone/>
              <a:defRPr sz="2300">
                <a:solidFill>
                  <a:srgbClr val="FFFFFF"/>
                </a:solidFill>
                <a:latin typeface="Arial"/>
                <a:ea typeface="Arial"/>
                <a:cs typeface="Arial"/>
                <a:sym typeface="Arial"/>
              </a:defRPr>
            </a:lvl4pPr>
            <a:lvl5pPr indent="-228600" lvl="4" marL="2286000" algn="ctr">
              <a:lnSpc>
                <a:spcPct val="100000"/>
              </a:lnSpc>
              <a:spcBef>
                <a:spcPts val="0"/>
              </a:spcBef>
              <a:spcAft>
                <a:spcPts val="0"/>
              </a:spcAft>
              <a:buClr>
                <a:srgbClr val="FFFFFF"/>
              </a:buClr>
              <a:buSzPts val="2300"/>
              <a:buFont typeface="Arial"/>
              <a:buNone/>
              <a:defRPr sz="2300">
                <a:solidFill>
                  <a:srgbClr val="FFFFFF"/>
                </a:solidFill>
                <a:latin typeface="Arial"/>
                <a:ea typeface="Arial"/>
                <a:cs typeface="Arial"/>
                <a:sym typeface="Arial"/>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65" name="Google Shape;65;p16"/>
          <p:cNvSpPr txBox="1"/>
          <p:nvPr>
            <p:ph idx="3" type="body"/>
          </p:nvPr>
        </p:nvSpPr>
        <p:spPr>
          <a:xfrm>
            <a:off x="457200" y="4495800"/>
            <a:ext cx="8229601" cy="227172"/>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FFFFFF"/>
              </a:buClr>
              <a:buSzPts val="1100"/>
              <a:buFont typeface="Arial"/>
              <a:buNone/>
              <a:defRPr sz="1100">
                <a:solidFill>
                  <a:srgbClr val="FFFFFF"/>
                </a:solidFill>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66" name="Google Shape;66;p16"/>
          <p:cNvSpPr txBox="1"/>
          <p:nvPr>
            <p:ph idx="12" type="sldNum"/>
          </p:nvPr>
        </p:nvSpPr>
        <p:spPr>
          <a:xfrm>
            <a:off x="4499133" y="4762500"/>
            <a:ext cx="145733" cy="160973"/>
          </a:xfrm>
          <a:prstGeom prst="rect">
            <a:avLst/>
          </a:prstGeom>
          <a:noFill/>
          <a:ln>
            <a:noFill/>
          </a:ln>
        </p:spPr>
        <p:txBody>
          <a:bodyPr anchorCtr="0" anchor="b" bIns="19050" lIns="19050" spcFirstLastPara="1" rIns="19050" wrap="square" tIns="19050">
            <a:spAutoFit/>
          </a:bodyPr>
          <a:lstStyle>
            <a:lvl1pPr indent="0" lvl="0" marL="0" marR="0" algn="ctr">
              <a:lnSpc>
                <a:spcPct val="100000"/>
              </a:lnSpc>
              <a:spcBef>
                <a:spcPts val="0"/>
              </a:spcBef>
              <a:spcAft>
                <a:spcPts val="0"/>
              </a:spcAft>
              <a:buClr>
                <a:srgbClr val="FFFFFF"/>
              </a:buClr>
              <a:buSzPts val="800"/>
              <a:buFont typeface="Arial"/>
              <a:buNone/>
              <a:defRPr>
                <a:solidFill>
                  <a:srgbClr val="FFFFFF"/>
                </a:solidFill>
              </a:defRPr>
            </a:lvl1pPr>
            <a:lvl2pPr indent="0" lvl="1" marL="0" marR="0" algn="ctr">
              <a:lnSpc>
                <a:spcPct val="100000"/>
              </a:lnSpc>
              <a:spcBef>
                <a:spcPts val="0"/>
              </a:spcBef>
              <a:spcAft>
                <a:spcPts val="0"/>
              </a:spcAft>
              <a:buClr>
                <a:srgbClr val="FFFFFF"/>
              </a:buClr>
              <a:buSzPts val="800"/>
              <a:buFont typeface="Arial"/>
              <a:buNone/>
              <a:defRPr>
                <a:solidFill>
                  <a:srgbClr val="FFFFFF"/>
                </a:solidFill>
              </a:defRPr>
            </a:lvl2pPr>
            <a:lvl3pPr indent="0" lvl="2" marL="0" marR="0" algn="ctr">
              <a:lnSpc>
                <a:spcPct val="100000"/>
              </a:lnSpc>
              <a:spcBef>
                <a:spcPts val="0"/>
              </a:spcBef>
              <a:spcAft>
                <a:spcPts val="0"/>
              </a:spcAft>
              <a:buClr>
                <a:srgbClr val="FFFFFF"/>
              </a:buClr>
              <a:buSzPts val="800"/>
              <a:buFont typeface="Arial"/>
              <a:buNone/>
              <a:defRPr>
                <a:solidFill>
                  <a:srgbClr val="FFFFFF"/>
                </a:solidFill>
              </a:defRPr>
            </a:lvl3pPr>
            <a:lvl4pPr indent="0" lvl="3" marL="0" marR="0" algn="ctr">
              <a:lnSpc>
                <a:spcPct val="100000"/>
              </a:lnSpc>
              <a:spcBef>
                <a:spcPts val="0"/>
              </a:spcBef>
              <a:spcAft>
                <a:spcPts val="0"/>
              </a:spcAft>
              <a:buClr>
                <a:srgbClr val="FFFFFF"/>
              </a:buClr>
              <a:buSzPts val="800"/>
              <a:buFont typeface="Arial"/>
              <a:buNone/>
              <a:defRPr>
                <a:solidFill>
                  <a:srgbClr val="FFFFFF"/>
                </a:solidFill>
              </a:defRPr>
            </a:lvl4pPr>
            <a:lvl5pPr indent="0" lvl="4" marL="0" marR="0" algn="ctr">
              <a:lnSpc>
                <a:spcPct val="100000"/>
              </a:lnSpc>
              <a:spcBef>
                <a:spcPts val="0"/>
              </a:spcBef>
              <a:spcAft>
                <a:spcPts val="0"/>
              </a:spcAft>
              <a:buClr>
                <a:srgbClr val="FFFFFF"/>
              </a:buClr>
              <a:buSzPts val="800"/>
              <a:buFont typeface="Arial"/>
              <a:buNone/>
              <a:defRPr>
                <a:solidFill>
                  <a:srgbClr val="FFFFFF"/>
                </a:solidFill>
              </a:defRPr>
            </a:lvl5pPr>
            <a:lvl6pPr indent="0" lvl="5" marL="0" marR="0" algn="ctr">
              <a:lnSpc>
                <a:spcPct val="100000"/>
              </a:lnSpc>
              <a:spcBef>
                <a:spcPts val="0"/>
              </a:spcBef>
              <a:spcAft>
                <a:spcPts val="0"/>
              </a:spcAft>
              <a:buClr>
                <a:srgbClr val="FFFFFF"/>
              </a:buClr>
              <a:buSzPts val="800"/>
              <a:buFont typeface="Arial"/>
              <a:buNone/>
              <a:defRPr>
                <a:solidFill>
                  <a:srgbClr val="FFFFFF"/>
                </a:solidFill>
              </a:defRPr>
            </a:lvl6pPr>
            <a:lvl7pPr indent="0" lvl="6" marL="0" marR="0" algn="ctr">
              <a:lnSpc>
                <a:spcPct val="100000"/>
              </a:lnSpc>
              <a:spcBef>
                <a:spcPts val="0"/>
              </a:spcBef>
              <a:spcAft>
                <a:spcPts val="0"/>
              </a:spcAft>
              <a:buClr>
                <a:srgbClr val="FFFFFF"/>
              </a:buClr>
              <a:buSzPts val="800"/>
              <a:buFont typeface="Arial"/>
              <a:buNone/>
              <a:defRPr>
                <a:solidFill>
                  <a:srgbClr val="FFFFFF"/>
                </a:solidFill>
              </a:defRPr>
            </a:lvl7pPr>
            <a:lvl8pPr indent="0" lvl="7" marL="0" marR="0" algn="ctr">
              <a:lnSpc>
                <a:spcPct val="100000"/>
              </a:lnSpc>
              <a:spcBef>
                <a:spcPts val="0"/>
              </a:spcBef>
              <a:spcAft>
                <a:spcPts val="0"/>
              </a:spcAft>
              <a:buClr>
                <a:srgbClr val="FFFFFF"/>
              </a:buClr>
              <a:buSzPts val="800"/>
              <a:buFont typeface="Arial"/>
              <a:buNone/>
              <a:defRPr>
                <a:solidFill>
                  <a:srgbClr val="FFFFFF"/>
                </a:solidFill>
              </a:defRPr>
            </a:lvl8pPr>
            <a:lvl9pPr indent="0" lvl="8" marL="0" marR="0" algn="ctr">
              <a:lnSpc>
                <a:spcPct val="100000"/>
              </a:lnSpc>
              <a:spcBef>
                <a:spcPts val="0"/>
              </a:spcBef>
              <a:spcAft>
                <a:spcPts val="0"/>
              </a:spcAft>
              <a:buClr>
                <a:srgbClr val="FFFFFF"/>
              </a:buClr>
              <a:buSzPts val="800"/>
              <a:buFont typeface="Arial"/>
              <a:buNone/>
              <a:defRPr>
                <a:solidFill>
                  <a:srgbClr val="FFFFFF"/>
                </a:solidFill>
              </a:defRPr>
            </a:lvl9pPr>
          </a:lstStyle>
          <a:p>
            <a:pPr indent="0" lvl="0" marL="0" rtl="0" algn="ctr">
              <a:spcBef>
                <a:spcPts val="0"/>
              </a:spcBef>
              <a:spcAft>
                <a:spcPts val="0"/>
              </a:spcAft>
              <a:buNone/>
            </a:pPr>
            <a:fld id="{00000000-1234-1234-1234-123412341234}" type="slidenum">
              <a:rPr lang="en"/>
              <a:t>‹#›</a:t>
            </a:fld>
            <a:endParaRPr>
              <a:solidFill>
                <a:srgbClr val="5E5E5E"/>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p:cSld name="Title &amp; Photo Alt">
    <p:spTree>
      <p:nvGrpSpPr>
        <p:cNvPr id="67" name="Shape 67"/>
        <p:cNvGrpSpPr/>
        <p:nvPr/>
      </p:nvGrpSpPr>
      <p:grpSpPr>
        <a:xfrm>
          <a:off x="0" y="0"/>
          <a:ext cx="0" cy="0"/>
          <a:chOff x="0" y="0"/>
          <a:chExt cx="0" cy="0"/>
        </a:xfrm>
      </p:grpSpPr>
      <p:sp>
        <p:nvSpPr>
          <p:cNvPr id="68" name="Google Shape;68;p17"/>
          <p:cNvSpPr txBox="1"/>
          <p:nvPr>
            <p:ph type="title"/>
          </p:nvPr>
        </p:nvSpPr>
        <p:spPr>
          <a:xfrm>
            <a:off x="455811" y="1719413"/>
            <a:ext cx="3659002" cy="952500"/>
          </a:xfrm>
          <a:prstGeom prst="rect">
            <a:avLst/>
          </a:prstGeom>
          <a:noFill/>
          <a:ln>
            <a:noFill/>
          </a:ln>
        </p:spPr>
        <p:txBody>
          <a:bodyPr anchorCtr="0" anchor="b" bIns="19050" lIns="19050" spcFirstLastPara="1" rIns="19050" wrap="square" tIns="19050">
            <a:normAutofit/>
          </a:bodyPr>
          <a:lstStyle>
            <a:lvl1pPr lvl="0" algn="ctr">
              <a:lnSpc>
                <a:spcPct val="80000"/>
              </a:lnSpc>
              <a:spcBef>
                <a:spcPts val="0"/>
              </a:spcBef>
              <a:spcAft>
                <a:spcPts val="0"/>
              </a:spcAft>
              <a:buClr>
                <a:srgbClr val="000000"/>
              </a:buClr>
              <a:buSzPts val="700"/>
              <a:buNone/>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69" name="Google Shape;69;p17"/>
          <p:cNvSpPr/>
          <p:nvPr>
            <p:ph idx="2" type="pic"/>
          </p:nvPr>
        </p:nvSpPr>
        <p:spPr>
          <a:xfrm>
            <a:off x="3481388" y="476250"/>
            <a:ext cx="6281738" cy="4191000"/>
          </a:xfrm>
          <a:prstGeom prst="rect">
            <a:avLst/>
          </a:prstGeom>
          <a:noFill/>
          <a:ln>
            <a:noFill/>
          </a:ln>
        </p:spPr>
      </p:sp>
      <p:sp>
        <p:nvSpPr>
          <p:cNvPr id="70" name="Google Shape;70;p17"/>
          <p:cNvSpPr txBox="1"/>
          <p:nvPr>
            <p:ph idx="1" type="body"/>
          </p:nvPr>
        </p:nvSpPr>
        <p:spPr>
          <a:xfrm>
            <a:off x="457200" y="2631281"/>
            <a:ext cx="3657600" cy="2031206"/>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28600" lvl="1" marL="914400" algn="ctr">
              <a:lnSpc>
                <a:spcPct val="100000"/>
              </a:lnSpc>
              <a:spcBef>
                <a:spcPts val="0"/>
              </a:spcBef>
              <a:spcAft>
                <a:spcPts val="0"/>
              </a:spcAft>
              <a:buClr>
                <a:srgbClr val="000000"/>
              </a:buClr>
              <a:buSzPts val="1700"/>
              <a:buFont typeface="Arial"/>
              <a:buNone/>
              <a:defRPr>
                <a:latin typeface="Arial"/>
                <a:ea typeface="Arial"/>
                <a:cs typeface="Arial"/>
                <a:sym typeface="Arial"/>
              </a:defRPr>
            </a:lvl2pPr>
            <a:lvl3pPr indent="-228600" lvl="2" marL="1371600" algn="ctr">
              <a:lnSpc>
                <a:spcPct val="100000"/>
              </a:lnSpc>
              <a:spcBef>
                <a:spcPts val="0"/>
              </a:spcBef>
              <a:spcAft>
                <a:spcPts val="0"/>
              </a:spcAft>
              <a:buClr>
                <a:srgbClr val="000000"/>
              </a:buClr>
              <a:buSzPts val="1700"/>
              <a:buFont typeface="Arial"/>
              <a:buNone/>
              <a:defRPr>
                <a:latin typeface="Arial"/>
                <a:ea typeface="Arial"/>
                <a:cs typeface="Arial"/>
                <a:sym typeface="Arial"/>
              </a:defRPr>
            </a:lvl3pPr>
            <a:lvl4pPr indent="-228600" lvl="3" marL="1828800" algn="ctr">
              <a:lnSpc>
                <a:spcPct val="100000"/>
              </a:lnSpc>
              <a:spcBef>
                <a:spcPts val="0"/>
              </a:spcBef>
              <a:spcAft>
                <a:spcPts val="0"/>
              </a:spcAft>
              <a:buClr>
                <a:srgbClr val="000000"/>
              </a:buClr>
              <a:buSzPts val="1700"/>
              <a:buFont typeface="Arial"/>
              <a:buNone/>
              <a:defRPr>
                <a:latin typeface="Arial"/>
                <a:ea typeface="Arial"/>
                <a:cs typeface="Arial"/>
                <a:sym typeface="Arial"/>
              </a:defRPr>
            </a:lvl4pPr>
            <a:lvl5pPr indent="-228600" lvl="4" marL="2286000" algn="ctr">
              <a:lnSpc>
                <a:spcPct val="100000"/>
              </a:lnSpc>
              <a:spcBef>
                <a:spcPts val="0"/>
              </a:spcBef>
              <a:spcAft>
                <a:spcPts val="0"/>
              </a:spcAft>
              <a:buClr>
                <a:srgbClr val="000000"/>
              </a:buClr>
              <a:buSzPts val="1700"/>
              <a:buFont typeface="Arial"/>
              <a:buNone/>
              <a:defRPr>
                <a:latin typeface="Arial"/>
                <a:ea typeface="Arial"/>
                <a:cs typeface="Arial"/>
                <a:sym typeface="Arial"/>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71" name="Google Shape;71;p17"/>
          <p:cNvSpPr txBox="1"/>
          <p:nvPr>
            <p:ph idx="12" type="sldNum"/>
          </p:nvPr>
        </p:nvSpPr>
        <p:spPr>
          <a:xfrm>
            <a:off x="4499133"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72" name="Shape 72"/>
        <p:cNvGrpSpPr/>
        <p:nvPr/>
      </p:nvGrpSpPr>
      <p:grpSpPr>
        <a:xfrm>
          <a:off x="0" y="0"/>
          <a:ext cx="0" cy="0"/>
          <a:chOff x="0" y="0"/>
          <a:chExt cx="0" cy="0"/>
        </a:xfrm>
      </p:grpSpPr>
      <p:sp>
        <p:nvSpPr>
          <p:cNvPr id="73" name="Google Shape;73;p18"/>
          <p:cNvSpPr txBox="1"/>
          <p:nvPr>
            <p:ph type="title"/>
          </p:nvPr>
        </p:nvSpPr>
        <p:spPr>
          <a:xfrm>
            <a:off x="457200" y="290513"/>
            <a:ext cx="8229600" cy="647700"/>
          </a:xfrm>
          <a:prstGeom prst="rect">
            <a:avLst/>
          </a:prstGeom>
          <a:noFill/>
          <a:ln>
            <a:noFill/>
          </a:ln>
        </p:spPr>
        <p:txBody>
          <a:bodyPr anchorCtr="0" anchor="t" bIns="19050" lIns="19050" spcFirstLastPara="1" rIns="19050" wrap="square" tIns="19050">
            <a:normAutofit/>
          </a:bodyPr>
          <a:lstStyle>
            <a:lvl1pPr lvl="0" algn="ctr">
              <a:lnSpc>
                <a:spcPct val="80000"/>
              </a:lnSpc>
              <a:spcBef>
                <a:spcPts val="0"/>
              </a:spcBef>
              <a:spcAft>
                <a:spcPts val="0"/>
              </a:spcAft>
              <a:buClr>
                <a:srgbClr val="000000"/>
              </a:buClr>
              <a:buSzPts val="700"/>
              <a:buNone/>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74" name="Google Shape;74;p18"/>
          <p:cNvSpPr txBox="1"/>
          <p:nvPr>
            <p:ph idx="1" type="body"/>
          </p:nvPr>
        </p:nvSpPr>
        <p:spPr>
          <a:xfrm>
            <a:off x="457200" y="1504950"/>
            <a:ext cx="8230716" cy="3181350"/>
          </a:xfrm>
          <a:prstGeom prst="rect">
            <a:avLst/>
          </a:prstGeom>
          <a:noFill/>
          <a:ln>
            <a:noFill/>
          </a:ln>
        </p:spPr>
        <p:txBody>
          <a:bodyPr anchorCtr="0" anchor="t" bIns="19050" lIns="19050" spcFirstLastPara="1" rIns="19050" wrap="square" tIns="19050">
            <a:normAutofit/>
          </a:bodyPr>
          <a:lstStyle>
            <a:lvl1pPr indent="-292100" lvl="0" marL="457200" algn="l">
              <a:lnSpc>
                <a:spcPct val="90000"/>
              </a:lnSpc>
              <a:spcBef>
                <a:spcPts val="900"/>
              </a:spcBef>
              <a:spcAft>
                <a:spcPts val="0"/>
              </a:spcAft>
              <a:buClr>
                <a:srgbClr val="000000"/>
              </a:buClr>
              <a:buSzPts val="1000"/>
              <a:buChar char="•"/>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75" name="Google Shape;75;p18"/>
          <p:cNvSpPr txBox="1"/>
          <p:nvPr>
            <p:ph idx="2" type="body"/>
          </p:nvPr>
        </p:nvSpPr>
        <p:spPr>
          <a:xfrm>
            <a:off x="457200" y="894243"/>
            <a:ext cx="8229601" cy="31223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76" name="Google Shape;76;p18"/>
          <p:cNvSpPr txBox="1"/>
          <p:nvPr>
            <p:ph idx="12" type="sldNum"/>
          </p:nvPr>
        </p:nvSpPr>
        <p:spPr>
          <a:xfrm>
            <a:off x="4499133"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77" name="Shape 77"/>
        <p:cNvGrpSpPr/>
        <p:nvPr/>
      </p:nvGrpSpPr>
      <p:grpSpPr>
        <a:xfrm>
          <a:off x="0" y="0"/>
          <a:ext cx="0" cy="0"/>
          <a:chOff x="0" y="0"/>
          <a:chExt cx="0" cy="0"/>
        </a:xfrm>
      </p:grpSpPr>
      <p:sp>
        <p:nvSpPr>
          <p:cNvPr id="78" name="Google Shape;78;p19"/>
          <p:cNvSpPr txBox="1"/>
          <p:nvPr>
            <p:ph idx="1" type="body"/>
          </p:nvPr>
        </p:nvSpPr>
        <p:spPr>
          <a:xfrm>
            <a:off x="457200" y="1504950"/>
            <a:ext cx="8229600" cy="3182680"/>
          </a:xfrm>
          <a:prstGeom prst="rect">
            <a:avLst/>
          </a:prstGeom>
          <a:noFill/>
          <a:ln>
            <a:noFill/>
          </a:ln>
        </p:spPr>
        <p:txBody>
          <a:bodyPr anchorCtr="0" anchor="t" bIns="19050" lIns="19050" spcFirstLastPara="1" rIns="19050" wrap="square" tIns="19050">
            <a:normAutofit/>
          </a:bodyPr>
          <a:lstStyle>
            <a:lvl1pPr indent="-292100" lvl="0" marL="457200" algn="l">
              <a:lnSpc>
                <a:spcPct val="90000"/>
              </a:lnSpc>
              <a:spcBef>
                <a:spcPts val="900"/>
              </a:spcBef>
              <a:spcAft>
                <a:spcPts val="0"/>
              </a:spcAft>
              <a:buClr>
                <a:srgbClr val="000000"/>
              </a:buClr>
              <a:buSzPts val="1000"/>
              <a:buChar char="•"/>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79" name="Google Shape;79;p19"/>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80" name="Shape 80"/>
        <p:cNvGrpSpPr/>
        <p:nvPr/>
      </p:nvGrpSpPr>
      <p:grpSpPr>
        <a:xfrm>
          <a:off x="0" y="0"/>
          <a:ext cx="0" cy="0"/>
          <a:chOff x="0" y="0"/>
          <a:chExt cx="0" cy="0"/>
        </a:xfrm>
      </p:grpSpPr>
      <p:sp>
        <p:nvSpPr>
          <p:cNvPr id="81" name="Google Shape;81;p20"/>
          <p:cNvSpPr txBox="1"/>
          <p:nvPr>
            <p:ph type="title"/>
          </p:nvPr>
        </p:nvSpPr>
        <p:spPr>
          <a:xfrm>
            <a:off x="457200" y="290513"/>
            <a:ext cx="3657600" cy="600075"/>
          </a:xfrm>
          <a:prstGeom prst="rect">
            <a:avLst/>
          </a:prstGeom>
          <a:noFill/>
          <a:ln>
            <a:noFill/>
          </a:ln>
        </p:spPr>
        <p:txBody>
          <a:bodyPr anchorCtr="0" anchor="t" bIns="19050" lIns="19050" spcFirstLastPara="1" rIns="19050" wrap="square" tIns="19050">
            <a:normAutofit/>
          </a:bodyPr>
          <a:lstStyle>
            <a:lvl1pPr lvl="0" algn="ctr">
              <a:lnSpc>
                <a:spcPct val="80000"/>
              </a:lnSpc>
              <a:spcBef>
                <a:spcPts val="0"/>
              </a:spcBef>
              <a:spcAft>
                <a:spcPts val="0"/>
              </a:spcAft>
              <a:buClr>
                <a:srgbClr val="000000"/>
              </a:buClr>
              <a:buSzPts val="700"/>
              <a:buNone/>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82" name="Google Shape;82;p20"/>
          <p:cNvSpPr/>
          <p:nvPr>
            <p:ph idx="2" type="pic"/>
          </p:nvPr>
        </p:nvSpPr>
        <p:spPr>
          <a:xfrm>
            <a:off x="4572241" y="269471"/>
            <a:ext cx="4114800" cy="4623609"/>
          </a:xfrm>
          <a:prstGeom prst="rect">
            <a:avLst/>
          </a:prstGeom>
          <a:noFill/>
          <a:ln>
            <a:noFill/>
          </a:ln>
        </p:spPr>
      </p:sp>
      <p:sp>
        <p:nvSpPr>
          <p:cNvPr id="83" name="Google Shape;83;p20"/>
          <p:cNvSpPr txBox="1"/>
          <p:nvPr>
            <p:ph idx="1" type="body"/>
          </p:nvPr>
        </p:nvSpPr>
        <p:spPr>
          <a:xfrm>
            <a:off x="457200" y="895350"/>
            <a:ext cx="3659088" cy="31223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84" name="Google Shape;84;p20"/>
          <p:cNvSpPr txBox="1"/>
          <p:nvPr>
            <p:ph idx="3" type="body"/>
          </p:nvPr>
        </p:nvSpPr>
        <p:spPr>
          <a:xfrm>
            <a:off x="457200" y="1508708"/>
            <a:ext cx="3659088" cy="3144255"/>
          </a:xfrm>
          <a:prstGeom prst="rect">
            <a:avLst/>
          </a:prstGeom>
          <a:noFill/>
          <a:ln>
            <a:noFill/>
          </a:ln>
        </p:spPr>
        <p:txBody>
          <a:bodyPr anchorCtr="0" anchor="t" bIns="19050" lIns="19050" spcFirstLastPara="1" rIns="19050" wrap="square" tIns="19050">
            <a:normAutofit/>
          </a:bodyPr>
          <a:lstStyle>
            <a:lvl1pPr indent="-292100" lvl="0" marL="457200" algn="l">
              <a:lnSpc>
                <a:spcPct val="90000"/>
              </a:lnSpc>
              <a:spcBef>
                <a:spcPts val="900"/>
              </a:spcBef>
              <a:spcAft>
                <a:spcPts val="0"/>
              </a:spcAft>
              <a:buClr>
                <a:srgbClr val="000000"/>
              </a:buClr>
              <a:buSzPts val="1000"/>
              <a:buChar char="•"/>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85" name="Google Shape;85;p20"/>
          <p:cNvSpPr txBox="1"/>
          <p:nvPr>
            <p:ph idx="12" type="sldNum"/>
          </p:nvPr>
        </p:nvSpPr>
        <p:spPr>
          <a:xfrm>
            <a:off x="4501515"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Live Video Small">
  <p:cSld name="Title, Bullets &amp; Live Video Small">
    <p:spTree>
      <p:nvGrpSpPr>
        <p:cNvPr id="86" name="Shape 86"/>
        <p:cNvGrpSpPr/>
        <p:nvPr/>
      </p:nvGrpSpPr>
      <p:grpSpPr>
        <a:xfrm>
          <a:off x="0" y="0"/>
          <a:ext cx="0" cy="0"/>
          <a:chOff x="0" y="0"/>
          <a:chExt cx="0" cy="0"/>
        </a:xfrm>
      </p:grpSpPr>
      <p:sp>
        <p:nvSpPr>
          <p:cNvPr id="87" name="Google Shape;87;p21"/>
          <p:cNvSpPr txBox="1"/>
          <p:nvPr>
            <p:ph type="title"/>
          </p:nvPr>
        </p:nvSpPr>
        <p:spPr>
          <a:xfrm>
            <a:off x="457200" y="290513"/>
            <a:ext cx="3657600" cy="600075"/>
          </a:xfrm>
          <a:prstGeom prst="rect">
            <a:avLst/>
          </a:prstGeom>
          <a:noFill/>
          <a:ln>
            <a:noFill/>
          </a:ln>
        </p:spPr>
        <p:txBody>
          <a:bodyPr anchorCtr="0" anchor="t" bIns="19050" lIns="19050" spcFirstLastPara="1" rIns="19050" wrap="square" tIns="19050">
            <a:normAutofit/>
          </a:bodyPr>
          <a:lstStyle>
            <a:lvl1pPr lvl="0" algn="ctr">
              <a:lnSpc>
                <a:spcPct val="80000"/>
              </a:lnSpc>
              <a:spcBef>
                <a:spcPts val="0"/>
              </a:spcBef>
              <a:spcAft>
                <a:spcPts val="0"/>
              </a:spcAft>
              <a:buClr>
                <a:srgbClr val="000000"/>
              </a:buClr>
              <a:buSzPts val="700"/>
              <a:buNone/>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88" name="Google Shape;88;p21"/>
          <p:cNvSpPr txBox="1"/>
          <p:nvPr>
            <p:ph idx="1" type="body"/>
          </p:nvPr>
        </p:nvSpPr>
        <p:spPr>
          <a:xfrm>
            <a:off x="457200" y="895350"/>
            <a:ext cx="3659088" cy="31223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89" name="Google Shape;89;p21"/>
          <p:cNvSpPr txBox="1"/>
          <p:nvPr>
            <p:ph idx="2" type="body"/>
          </p:nvPr>
        </p:nvSpPr>
        <p:spPr>
          <a:xfrm>
            <a:off x="457200" y="1508708"/>
            <a:ext cx="3659088" cy="3144255"/>
          </a:xfrm>
          <a:prstGeom prst="rect">
            <a:avLst/>
          </a:prstGeom>
          <a:noFill/>
          <a:ln>
            <a:noFill/>
          </a:ln>
        </p:spPr>
        <p:txBody>
          <a:bodyPr anchorCtr="0" anchor="t" bIns="19050" lIns="19050" spcFirstLastPara="1" rIns="19050" wrap="square" tIns="19050">
            <a:normAutofit/>
          </a:bodyPr>
          <a:lstStyle>
            <a:lvl1pPr indent="-292100" lvl="0" marL="457200" algn="l">
              <a:lnSpc>
                <a:spcPct val="90000"/>
              </a:lnSpc>
              <a:spcBef>
                <a:spcPts val="900"/>
              </a:spcBef>
              <a:spcAft>
                <a:spcPts val="0"/>
              </a:spcAft>
              <a:buClr>
                <a:srgbClr val="000000"/>
              </a:buClr>
              <a:buSzPts val="1000"/>
              <a:buChar char="•"/>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90" name="Google Shape;90;p21"/>
          <p:cNvSpPr txBox="1"/>
          <p:nvPr>
            <p:ph idx="12" type="sldNum"/>
          </p:nvPr>
        </p:nvSpPr>
        <p:spPr>
          <a:xfrm>
            <a:off x="4501515"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Live Video Large">
  <p:cSld name="Title, Bullets &amp; Live Video Large">
    <p:spTree>
      <p:nvGrpSpPr>
        <p:cNvPr id="91" name="Shape 91"/>
        <p:cNvGrpSpPr/>
        <p:nvPr/>
      </p:nvGrpSpPr>
      <p:grpSpPr>
        <a:xfrm>
          <a:off x="0" y="0"/>
          <a:ext cx="0" cy="0"/>
          <a:chOff x="0" y="0"/>
          <a:chExt cx="0" cy="0"/>
        </a:xfrm>
      </p:grpSpPr>
      <p:sp>
        <p:nvSpPr>
          <p:cNvPr id="92" name="Google Shape;92;p22"/>
          <p:cNvSpPr txBox="1"/>
          <p:nvPr>
            <p:ph type="title"/>
          </p:nvPr>
        </p:nvSpPr>
        <p:spPr>
          <a:xfrm>
            <a:off x="457200" y="290513"/>
            <a:ext cx="3657600" cy="600075"/>
          </a:xfrm>
          <a:prstGeom prst="rect">
            <a:avLst/>
          </a:prstGeom>
          <a:noFill/>
          <a:ln>
            <a:noFill/>
          </a:ln>
        </p:spPr>
        <p:txBody>
          <a:bodyPr anchorCtr="0" anchor="t" bIns="19050" lIns="19050" spcFirstLastPara="1" rIns="19050" wrap="square" tIns="19050">
            <a:normAutofit/>
          </a:bodyPr>
          <a:lstStyle>
            <a:lvl1pPr lvl="0" algn="ctr">
              <a:lnSpc>
                <a:spcPct val="80000"/>
              </a:lnSpc>
              <a:spcBef>
                <a:spcPts val="0"/>
              </a:spcBef>
              <a:spcAft>
                <a:spcPts val="0"/>
              </a:spcAft>
              <a:buClr>
                <a:srgbClr val="000000"/>
              </a:buClr>
              <a:buSzPts val="700"/>
              <a:buNone/>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93" name="Google Shape;93;p22"/>
          <p:cNvSpPr txBox="1"/>
          <p:nvPr>
            <p:ph idx="1" type="body"/>
          </p:nvPr>
        </p:nvSpPr>
        <p:spPr>
          <a:xfrm>
            <a:off x="457200" y="895350"/>
            <a:ext cx="3659088" cy="31223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94" name="Google Shape;94;p22"/>
          <p:cNvSpPr txBox="1"/>
          <p:nvPr>
            <p:ph idx="2" type="body"/>
          </p:nvPr>
        </p:nvSpPr>
        <p:spPr>
          <a:xfrm>
            <a:off x="457200" y="1508708"/>
            <a:ext cx="3659088" cy="3144255"/>
          </a:xfrm>
          <a:prstGeom prst="rect">
            <a:avLst/>
          </a:prstGeom>
          <a:noFill/>
          <a:ln>
            <a:noFill/>
          </a:ln>
        </p:spPr>
        <p:txBody>
          <a:bodyPr anchorCtr="0" anchor="t" bIns="19050" lIns="19050" spcFirstLastPara="1" rIns="19050" wrap="square" tIns="19050">
            <a:normAutofit/>
          </a:bodyPr>
          <a:lstStyle>
            <a:lvl1pPr indent="-292100" lvl="0" marL="457200" algn="l">
              <a:lnSpc>
                <a:spcPct val="90000"/>
              </a:lnSpc>
              <a:spcBef>
                <a:spcPts val="900"/>
              </a:spcBef>
              <a:spcAft>
                <a:spcPts val="0"/>
              </a:spcAft>
              <a:buClr>
                <a:srgbClr val="000000"/>
              </a:buClr>
              <a:buSzPts val="1000"/>
              <a:buChar char="•"/>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95" name="Google Shape;95;p22"/>
          <p:cNvSpPr txBox="1"/>
          <p:nvPr>
            <p:ph idx="12" type="sldNum"/>
          </p:nvPr>
        </p:nvSpPr>
        <p:spPr>
          <a:xfrm>
            <a:off x="4501515"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96" name="Shape 96"/>
        <p:cNvGrpSpPr/>
        <p:nvPr/>
      </p:nvGrpSpPr>
      <p:grpSpPr>
        <a:xfrm>
          <a:off x="0" y="0"/>
          <a:ext cx="0" cy="0"/>
          <a:chOff x="0" y="0"/>
          <a:chExt cx="0" cy="0"/>
        </a:xfrm>
      </p:grpSpPr>
      <p:sp>
        <p:nvSpPr>
          <p:cNvPr id="97" name="Google Shape;97;p23"/>
          <p:cNvSpPr txBox="1"/>
          <p:nvPr>
            <p:ph type="title"/>
          </p:nvPr>
        </p:nvSpPr>
        <p:spPr>
          <a:xfrm>
            <a:off x="457200" y="1215851"/>
            <a:ext cx="8229600" cy="2476500"/>
          </a:xfrm>
          <a:prstGeom prst="rect">
            <a:avLst/>
          </a:prstGeom>
          <a:noFill/>
          <a:ln>
            <a:noFill/>
          </a:ln>
        </p:spPr>
        <p:txBody>
          <a:bodyPr anchorCtr="0" anchor="ctr" bIns="19050" lIns="19050" spcFirstLastPara="1" rIns="19050" wrap="square" tIns="19050">
            <a:normAutofit/>
          </a:bodyPr>
          <a:lstStyle>
            <a:lvl1pPr lvl="0" algn="ctr">
              <a:lnSpc>
                <a:spcPct val="80000"/>
              </a:lnSpc>
              <a:spcBef>
                <a:spcPts val="0"/>
              </a:spcBef>
              <a:spcAft>
                <a:spcPts val="0"/>
              </a:spcAft>
              <a:buClr>
                <a:srgbClr val="000000"/>
              </a:buClr>
              <a:buSzPts val="4800"/>
              <a:buFont typeface="Arial"/>
              <a:buNone/>
              <a:defRPr sz="4800"/>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98" name="Google Shape;98;p23"/>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9" name="Shape 99"/>
        <p:cNvGrpSpPr/>
        <p:nvPr/>
      </p:nvGrpSpPr>
      <p:grpSpPr>
        <a:xfrm>
          <a:off x="0" y="0"/>
          <a:ext cx="0" cy="0"/>
          <a:chOff x="0" y="0"/>
          <a:chExt cx="0" cy="0"/>
        </a:xfrm>
      </p:grpSpPr>
      <p:sp>
        <p:nvSpPr>
          <p:cNvPr id="100" name="Google Shape;100;p24"/>
          <p:cNvSpPr txBox="1"/>
          <p:nvPr>
            <p:ph type="title"/>
          </p:nvPr>
        </p:nvSpPr>
        <p:spPr>
          <a:xfrm>
            <a:off x="457200" y="290513"/>
            <a:ext cx="8229600" cy="647700"/>
          </a:xfrm>
          <a:prstGeom prst="rect">
            <a:avLst/>
          </a:prstGeom>
          <a:noFill/>
          <a:ln>
            <a:noFill/>
          </a:ln>
        </p:spPr>
        <p:txBody>
          <a:bodyPr anchorCtr="0" anchor="t" bIns="19050" lIns="19050" spcFirstLastPara="1" rIns="19050" wrap="square" tIns="19050">
            <a:normAutofit/>
          </a:bodyPr>
          <a:lstStyle>
            <a:lvl1pPr lvl="0" algn="ctr">
              <a:lnSpc>
                <a:spcPct val="80000"/>
              </a:lnSpc>
              <a:spcBef>
                <a:spcPts val="0"/>
              </a:spcBef>
              <a:spcAft>
                <a:spcPts val="0"/>
              </a:spcAft>
              <a:buClr>
                <a:srgbClr val="000000"/>
              </a:buClr>
              <a:buSzPts val="700"/>
              <a:buNone/>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101" name="Google Shape;101;p24"/>
          <p:cNvSpPr txBox="1"/>
          <p:nvPr>
            <p:ph idx="1" type="body"/>
          </p:nvPr>
        </p:nvSpPr>
        <p:spPr>
          <a:xfrm>
            <a:off x="457200" y="894243"/>
            <a:ext cx="8229601" cy="31223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02" name="Google Shape;102;p24"/>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03" name="Shape 103"/>
        <p:cNvGrpSpPr/>
        <p:nvPr/>
      </p:nvGrpSpPr>
      <p:grpSpPr>
        <a:xfrm>
          <a:off x="0" y="0"/>
          <a:ext cx="0" cy="0"/>
          <a:chOff x="0" y="0"/>
          <a:chExt cx="0" cy="0"/>
        </a:xfrm>
      </p:grpSpPr>
      <p:sp>
        <p:nvSpPr>
          <p:cNvPr id="104" name="Google Shape;104;p25"/>
          <p:cNvSpPr txBox="1"/>
          <p:nvPr>
            <p:ph type="title"/>
          </p:nvPr>
        </p:nvSpPr>
        <p:spPr>
          <a:xfrm>
            <a:off x="457200" y="290513"/>
            <a:ext cx="8229600" cy="647700"/>
          </a:xfrm>
          <a:prstGeom prst="rect">
            <a:avLst/>
          </a:prstGeom>
          <a:noFill/>
          <a:ln>
            <a:noFill/>
          </a:ln>
        </p:spPr>
        <p:txBody>
          <a:bodyPr anchorCtr="0" anchor="t" bIns="19050" lIns="19050" spcFirstLastPara="1" rIns="19050" wrap="square" tIns="19050">
            <a:normAutofit/>
          </a:bodyPr>
          <a:lstStyle>
            <a:lvl1pPr lvl="0" algn="ctr">
              <a:lnSpc>
                <a:spcPct val="80000"/>
              </a:lnSpc>
              <a:spcBef>
                <a:spcPts val="0"/>
              </a:spcBef>
              <a:spcAft>
                <a:spcPts val="0"/>
              </a:spcAft>
              <a:buClr>
                <a:srgbClr val="000000"/>
              </a:buClr>
              <a:buSzPts val="700"/>
              <a:buNone/>
              <a:defRPr/>
            </a:lvl1pPr>
            <a:lvl2pPr lvl="1" algn="ctr">
              <a:lnSpc>
                <a:spcPct val="80000"/>
              </a:lnSpc>
              <a:spcBef>
                <a:spcPts val="0"/>
              </a:spcBef>
              <a:spcAft>
                <a:spcPts val="0"/>
              </a:spcAft>
              <a:buClr>
                <a:srgbClr val="000000"/>
              </a:buClr>
              <a:buSzPts val="700"/>
              <a:buNone/>
              <a:defRPr/>
            </a:lvl2pPr>
            <a:lvl3pPr lvl="2" algn="ctr">
              <a:lnSpc>
                <a:spcPct val="80000"/>
              </a:lnSpc>
              <a:spcBef>
                <a:spcPts val="0"/>
              </a:spcBef>
              <a:spcAft>
                <a:spcPts val="0"/>
              </a:spcAft>
              <a:buClr>
                <a:srgbClr val="000000"/>
              </a:buClr>
              <a:buSzPts val="700"/>
              <a:buNone/>
              <a:defRPr/>
            </a:lvl3pPr>
            <a:lvl4pPr lvl="3" algn="ctr">
              <a:lnSpc>
                <a:spcPct val="80000"/>
              </a:lnSpc>
              <a:spcBef>
                <a:spcPts val="0"/>
              </a:spcBef>
              <a:spcAft>
                <a:spcPts val="0"/>
              </a:spcAft>
              <a:buClr>
                <a:srgbClr val="000000"/>
              </a:buClr>
              <a:buSzPts val="700"/>
              <a:buNone/>
              <a:defRPr/>
            </a:lvl4pPr>
            <a:lvl5pPr lvl="4" algn="ctr">
              <a:lnSpc>
                <a:spcPct val="80000"/>
              </a:lnSpc>
              <a:spcBef>
                <a:spcPts val="0"/>
              </a:spcBef>
              <a:spcAft>
                <a:spcPts val="0"/>
              </a:spcAft>
              <a:buClr>
                <a:srgbClr val="000000"/>
              </a:buClr>
              <a:buSzPts val="700"/>
              <a:buNone/>
              <a:defRPr/>
            </a:lvl5pPr>
            <a:lvl6pPr lvl="5" algn="ctr">
              <a:lnSpc>
                <a:spcPct val="80000"/>
              </a:lnSpc>
              <a:spcBef>
                <a:spcPts val="0"/>
              </a:spcBef>
              <a:spcAft>
                <a:spcPts val="0"/>
              </a:spcAft>
              <a:buClr>
                <a:srgbClr val="000000"/>
              </a:buClr>
              <a:buSzPts val="700"/>
              <a:buNone/>
              <a:defRPr/>
            </a:lvl6pPr>
            <a:lvl7pPr lvl="6" algn="ctr">
              <a:lnSpc>
                <a:spcPct val="80000"/>
              </a:lnSpc>
              <a:spcBef>
                <a:spcPts val="0"/>
              </a:spcBef>
              <a:spcAft>
                <a:spcPts val="0"/>
              </a:spcAft>
              <a:buClr>
                <a:srgbClr val="000000"/>
              </a:buClr>
              <a:buSzPts val="700"/>
              <a:buNone/>
              <a:defRPr/>
            </a:lvl7pPr>
            <a:lvl8pPr lvl="7" algn="ctr">
              <a:lnSpc>
                <a:spcPct val="80000"/>
              </a:lnSpc>
              <a:spcBef>
                <a:spcPts val="0"/>
              </a:spcBef>
              <a:spcAft>
                <a:spcPts val="0"/>
              </a:spcAft>
              <a:buClr>
                <a:srgbClr val="000000"/>
              </a:buClr>
              <a:buSzPts val="700"/>
              <a:buNone/>
              <a:defRPr/>
            </a:lvl8pPr>
            <a:lvl9pPr lvl="8" algn="ctr">
              <a:lnSpc>
                <a:spcPct val="80000"/>
              </a:lnSpc>
              <a:spcBef>
                <a:spcPts val="0"/>
              </a:spcBef>
              <a:spcAft>
                <a:spcPts val="0"/>
              </a:spcAft>
              <a:buClr>
                <a:srgbClr val="000000"/>
              </a:buClr>
              <a:buSzPts val="700"/>
              <a:buNone/>
              <a:defRPr/>
            </a:lvl9pPr>
          </a:lstStyle>
          <a:p/>
        </p:txBody>
      </p:sp>
      <p:sp>
        <p:nvSpPr>
          <p:cNvPr id="105" name="Google Shape;105;p25"/>
          <p:cNvSpPr txBox="1"/>
          <p:nvPr>
            <p:ph idx="1" type="body"/>
          </p:nvPr>
        </p:nvSpPr>
        <p:spPr>
          <a:xfrm>
            <a:off x="457200" y="1504950"/>
            <a:ext cx="8229600" cy="3144581"/>
          </a:xfrm>
          <a:prstGeom prst="rect">
            <a:avLst/>
          </a:prstGeom>
          <a:noFill/>
          <a:ln>
            <a:noFill/>
          </a:ln>
        </p:spPr>
        <p:txBody>
          <a:bodyPr anchorCtr="0" anchor="t" bIns="19050" lIns="19050" spcFirstLastPara="1" rIns="19050" wrap="square" tIns="19050">
            <a:normAutofit/>
          </a:bodyPr>
          <a:lstStyle>
            <a:lvl1pPr indent="-228600" lvl="0" marL="457200" algn="l">
              <a:lnSpc>
                <a:spcPct val="100000"/>
              </a:lnSpc>
              <a:spcBef>
                <a:spcPts val="900"/>
              </a:spcBef>
              <a:spcAft>
                <a:spcPts val="0"/>
              </a:spcAft>
              <a:buClr>
                <a:srgbClr val="000000"/>
              </a:buClr>
              <a:buSzPts val="2600"/>
              <a:buFont typeface="Arial"/>
              <a:buNone/>
              <a:defRPr sz="2600">
                <a:latin typeface="Arial"/>
                <a:ea typeface="Arial"/>
                <a:cs typeface="Arial"/>
                <a:sym typeface="Arial"/>
              </a:defRPr>
            </a:lvl1pPr>
            <a:lvl2pPr indent="-228600" lvl="1" marL="914400" algn="l">
              <a:lnSpc>
                <a:spcPct val="100000"/>
              </a:lnSpc>
              <a:spcBef>
                <a:spcPts val="900"/>
              </a:spcBef>
              <a:spcAft>
                <a:spcPts val="0"/>
              </a:spcAft>
              <a:buClr>
                <a:srgbClr val="000000"/>
              </a:buClr>
              <a:buSzPts val="2600"/>
              <a:buFont typeface="Arial"/>
              <a:buNone/>
              <a:defRPr sz="2600">
                <a:latin typeface="Arial"/>
                <a:ea typeface="Arial"/>
                <a:cs typeface="Arial"/>
                <a:sym typeface="Arial"/>
              </a:defRPr>
            </a:lvl2pPr>
            <a:lvl3pPr indent="-228600" lvl="2" marL="1371600" algn="l">
              <a:lnSpc>
                <a:spcPct val="100000"/>
              </a:lnSpc>
              <a:spcBef>
                <a:spcPts val="900"/>
              </a:spcBef>
              <a:spcAft>
                <a:spcPts val="0"/>
              </a:spcAft>
              <a:buClr>
                <a:srgbClr val="000000"/>
              </a:buClr>
              <a:buSzPts val="2600"/>
              <a:buFont typeface="Arial"/>
              <a:buNone/>
              <a:defRPr sz="2600">
                <a:latin typeface="Arial"/>
                <a:ea typeface="Arial"/>
                <a:cs typeface="Arial"/>
                <a:sym typeface="Arial"/>
              </a:defRPr>
            </a:lvl3pPr>
            <a:lvl4pPr indent="-228600" lvl="3" marL="1828800" algn="l">
              <a:lnSpc>
                <a:spcPct val="100000"/>
              </a:lnSpc>
              <a:spcBef>
                <a:spcPts val="900"/>
              </a:spcBef>
              <a:spcAft>
                <a:spcPts val="0"/>
              </a:spcAft>
              <a:buClr>
                <a:srgbClr val="000000"/>
              </a:buClr>
              <a:buSzPts val="2600"/>
              <a:buFont typeface="Arial"/>
              <a:buNone/>
              <a:defRPr sz="2600">
                <a:latin typeface="Arial"/>
                <a:ea typeface="Arial"/>
                <a:cs typeface="Arial"/>
                <a:sym typeface="Arial"/>
              </a:defRPr>
            </a:lvl4pPr>
            <a:lvl5pPr indent="-228600" lvl="4" marL="2286000" algn="l">
              <a:lnSpc>
                <a:spcPct val="100000"/>
              </a:lnSpc>
              <a:spcBef>
                <a:spcPts val="900"/>
              </a:spcBef>
              <a:spcAft>
                <a:spcPts val="0"/>
              </a:spcAft>
              <a:buClr>
                <a:srgbClr val="000000"/>
              </a:buClr>
              <a:buSzPts val="2600"/>
              <a:buFont typeface="Arial"/>
              <a:buNone/>
              <a:defRPr sz="2600">
                <a:latin typeface="Arial"/>
                <a:ea typeface="Arial"/>
                <a:cs typeface="Arial"/>
                <a:sym typeface="Arial"/>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06" name="Google Shape;106;p25"/>
          <p:cNvSpPr txBox="1"/>
          <p:nvPr>
            <p:ph idx="2" type="body"/>
          </p:nvPr>
        </p:nvSpPr>
        <p:spPr>
          <a:xfrm>
            <a:off x="457200" y="895168"/>
            <a:ext cx="8229601" cy="31223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07" name="Google Shape;107;p25"/>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Statement">
    <p:spTree>
      <p:nvGrpSpPr>
        <p:cNvPr id="108" name="Shape 108"/>
        <p:cNvGrpSpPr/>
        <p:nvPr/>
      </p:nvGrpSpPr>
      <p:grpSpPr>
        <a:xfrm>
          <a:off x="0" y="0"/>
          <a:ext cx="0" cy="0"/>
          <a:chOff x="0" y="0"/>
          <a:chExt cx="0" cy="0"/>
        </a:xfrm>
      </p:grpSpPr>
      <p:sp>
        <p:nvSpPr>
          <p:cNvPr id="109" name="Google Shape;109;p26"/>
          <p:cNvSpPr txBox="1"/>
          <p:nvPr>
            <p:ph idx="1" type="body"/>
          </p:nvPr>
        </p:nvSpPr>
        <p:spPr>
          <a:xfrm>
            <a:off x="457200" y="1219200"/>
            <a:ext cx="8229600" cy="2476500"/>
          </a:xfrm>
          <a:prstGeom prst="rect">
            <a:avLst/>
          </a:prstGeom>
          <a:noFill/>
          <a:ln>
            <a:noFill/>
          </a:ln>
        </p:spPr>
        <p:txBody>
          <a:bodyPr anchorCtr="0" anchor="ctr" bIns="19050" lIns="19050" spcFirstLastPara="1" rIns="19050" wrap="square" tIns="19050">
            <a:normAutofit/>
          </a:bodyPr>
          <a:lstStyle>
            <a:lvl1pPr indent="-228600" lvl="0" marL="457200" algn="ctr">
              <a:lnSpc>
                <a:spcPct val="80000"/>
              </a:lnSpc>
              <a:spcBef>
                <a:spcPts val="0"/>
              </a:spcBef>
              <a:spcAft>
                <a:spcPts val="0"/>
              </a:spcAft>
              <a:buClr>
                <a:srgbClr val="000000"/>
              </a:buClr>
              <a:buSzPts val="4800"/>
              <a:buFont typeface="Arial"/>
              <a:buNone/>
              <a:defRPr sz="4800">
                <a:latin typeface="Arial"/>
                <a:ea typeface="Arial"/>
                <a:cs typeface="Arial"/>
                <a:sym typeface="Arial"/>
              </a:defRPr>
            </a:lvl1pPr>
            <a:lvl2pPr indent="-228600" lvl="1" marL="914400" algn="ctr">
              <a:lnSpc>
                <a:spcPct val="80000"/>
              </a:lnSpc>
              <a:spcBef>
                <a:spcPts val="0"/>
              </a:spcBef>
              <a:spcAft>
                <a:spcPts val="0"/>
              </a:spcAft>
              <a:buClr>
                <a:srgbClr val="000000"/>
              </a:buClr>
              <a:buSzPts val="4800"/>
              <a:buFont typeface="Arial"/>
              <a:buNone/>
              <a:defRPr sz="4800">
                <a:latin typeface="Arial"/>
                <a:ea typeface="Arial"/>
                <a:cs typeface="Arial"/>
                <a:sym typeface="Arial"/>
              </a:defRPr>
            </a:lvl2pPr>
            <a:lvl3pPr indent="-228600" lvl="2" marL="1371600" algn="ctr">
              <a:lnSpc>
                <a:spcPct val="80000"/>
              </a:lnSpc>
              <a:spcBef>
                <a:spcPts val="0"/>
              </a:spcBef>
              <a:spcAft>
                <a:spcPts val="0"/>
              </a:spcAft>
              <a:buClr>
                <a:srgbClr val="000000"/>
              </a:buClr>
              <a:buSzPts val="4800"/>
              <a:buFont typeface="Arial"/>
              <a:buNone/>
              <a:defRPr sz="4800">
                <a:latin typeface="Arial"/>
                <a:ea typeface="Arial"/>
                <a:cs typeface="Arial"/>
                <a:sym typeface="Arial"/>
              </a:defRPr>
            </a:lvl3pPr>
            <a:lvl4pPr indent="-228600" lvl="3" marL="1828800" algn="ctr">
              <a:lnSpc>
                <a:spcPct val="80000"/>
              </a:lnSpc>
              <a:spcBef>
                <a:spcPts val="0"/>
              </a:spcBef>
              <a:spcAft>
                <a:spcPts val="0"/>
              </a:spcAft>
              <a:buClr>
                <a:srgbClr val="000000"/>
              </a:buClr>
              <a:buSzPts val="4800"/>
              <a:buFont typeface="Arial"/>
              <a:buNone/>
              <a:defRPr sz="4800">
                <a:latin typeface="Arial"/>
                <a:ea typeface="Arial"/>
                <a:cs typeface="Arial"/>
                <a:sym typeface="Arial"/>
              </a:defRPr>
            </a:lvl4pPr>
            <a:lvl5pPr indent="-228600" lvl="4" marL="2286000" algn="ctr">
              <a:lnSpc>
                <a:spcPct val="80000"/>
              </a:lnSpc>
              <a:spcBef>
                <a:spcPts val="0"/>
              </a:spcBef>
              <a:spcAft>
                <a:spcPts val="0"/>
              </a:spcAft>
              <a:buClr>
                <a:srgbClr val="000000"/>
              </a:buClr>
              <a:buSzPts val="4800"/>
              <a:buFont typeface="Arial"/>
              <a:buNone/>
              <a:defRPr sz="4800">
                <a:latin typeface="Arial"/>
                <a:ea typeface="Arial"/>
                <a:cs typeface="Arial"/>
                <a:sym typeface="Arial"/>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10" name="Google Shape;110;p26"/>
          <p:cNvSpPr txBox="1"/>
          <p:nvPr>
            <p:ph idx="12" type="sldNum"/>
          </p:nvPr>
        </p:nvSpPr>
        <p:spPr>
          <a:xfrm>
            <a:off x="4499133"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p:cSld name="Big Fact">
    <p:spTree>
      <p:nvGrpSpPr>
        <p:cNvPr id="111" name="Shape 111"/>
        <p:cNvGrpSpPr/>
        <p:nvPr/>
      </p:nvGrpSpPr>
      <p:grpSpPr>
        <a:xfrm>
          <a:off x="0" y="0"/>
          <a:ext cx="0" cy="0"/>
          <a:chOff x="0" y="0"/>
          <a:chExt cx="0" cy="0"/>
        </a:xfrm>
      </p:grpSpPr>
      <p:sp>
        <p:nvSpPr>
          <p:cNvPr id="112" name="Google Shape;112;p27"/>
          <p:cNvSpPr txBox="1"/>
          <p:nvPr>
            <p:ph idx="1" type="body"/>
          </p:nvPr>
        </p:nvSpPr>
        <p:spPr>
          <a:xfrm>
            <a:off x="457200" y="3173340"/>
            <a:ext cx="8229601" cy="312230"/>
          </a:xfrm>
          <a:prstGeom prst="rect">
            <a:avLst/>
          </a:prstGeom>
          <a:noFill/>
          <a:ln>
            <a:noFill/>
          </a:ln>
        </p:spPr>
        <p:txBody>
          <a:bodyPr anchorCtr="0" anchor="t"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13" name="Google Shape;113;p27"/>
          <p:cNvSpPr txBox="1"/>
          <p:nvPr>
            <p:ph idx="2" type="body"/>
          </p:nvPr>
        </p:nvSpPr>
        <p:spPr>
          <a:xfrm>
            <a:off x="457200" y="1580432"/>
            <a:ext cx="8229600" cy="1601141"/>
          </a:xfrm>
          <a:prstGeom prst="rect">
            <a:avLst/>
          </a:prstGeom>
          <a:noFill/>
          <a:ln>
            <a:noFill/>
          </a:ln>
        </p:spPr>
        <p:txBody>
          <a:bodyPr anchorCtr="0" anchor="b" bIns="19050" lIns="19050" spcFirstLastPara="1" rIns="19050" wrap="square" tIns="19050">
            <a:normAutofit/>
          </a:bodyPr>
          <a:lstStyle>
            <a:lvl1pPr indent="-228600" lvl="0" marL="457200" algn="ctr">
              <a:lnSpc>
                <a:spcPct val="80000"/>
              </a:lnSpc>
              <a:spcBef>
                <a:spcPts val="0"/>
              </a:spcBef>
              <a:spcAft>
                <a:spcPts val="0"/>
              </a:spcAft>
              <a:buClr>
                <a:srgbClr val="000000"/>
              </a:buClr>
              <a:buSzPts val="8400"/>
              <a:buFont typeface="Arial"/>
              <a:buNone/>
              <a:defRPr sz="8400">
                <a:latin typeface="Arial"/>
                <a:ea typeface="Arial"/>
                <a:cs typeface="Arial"/>
                <a:sym typeface="Arial"/>
              </a:defRPr>
            </a:lvl1pPr>
            <a:lvl2pPr indent="-228600" lvl="1" marL="914400" algn="ctr">
              <a:lnSpc>
                <a:spcPct val="80000"/>
              </a:lnSpc>
              <a:spcBef>
                <a:spcPts val="0"/>
              </a:spcBef>
              <a:spcAft>
                <a:spcPts val="0"/>
              </a:spcAft>
              <a:buClr>
                <a:srgbClr val="000000"/>
              </a:buClr>
              <a:buSzPts val="8400"/>
              <a:buFont typeface="Arial"/>
              <a:buNone/>
              <a:defRPr sz="8400">
                <a:latin typeface="Arial"/>
                <a:ea typeface="Arial"/>
                <a:cs typeface="Arial"/>
                <a:sym typeface="Arial"/>
              </a:defRPr>
            </a:lvl2pPr>
            <a:lvl3pPr indent="-228600" lvl="2" marL="1371600" algn="ctr">
              <a:lnSpc>
                <a:spcPct val="80000"/>
              </a:lnSpc>
              <a:spcBef>
                <a:spcPts val="0"/>
              </a:spcBef>
              <a:spcAft>
                <a:spcPts val="0"/>
              </a:spcAft>
              <a:buClr>
                <a:srgbClr val="000000"/>
              </a:buClr>
              <a:buSzPts val="8400"/>
              <a:buFont typeface="Arial"/>
              <a:buNone/>
              <a:defRPr sz="8400">
                <a:latin typeface="Arial"/>
                <a:ea typeface="Arial"/>
                <a:cs typeface="Arial"/>
                <a:sym typeface="Arial"/>
              </a:defRPr>
            </a:lvl3pPr>
            <a:lvl4pPr indent="-228600" lvl="3" marL="1828800" algn="ctr">
              <a:lnSpc>
                <a:spcPct val="80000"/>
              </a:lnSpc>
              <a:spcBef>
                <a:spcPts val="0"/>
              </a:spcBef>
              <a:spcAft>
                <a:spcPts val="0"/>
              </a:spcAft>
              <a:buClr>
                <a:srgbClr val="000000"/>
              </a:buClr>
              <a:buSzPts val="8400"/>
              <a:buFont typeface="Arial"/>
              <a:buNone/>
              <a:defRPr sz="8400">
                <a:latin typeface="Arial"/>
                <a:ea typeface="Arial"/>
                <a:cs typeface="Arial"/>
                <a:sym typeface="Arial"/>
              </a:defRPr>
            </a:lvl4pPr>
            <a:lvl5pPr indent="-228600" lvl="4" marL="2286000" algn="ctr">
              <a:lnSpc>
                <a:spcPct val="80000"/>
              </a:lnSpc>
              <a:spcBef>
                <a:spcPts val="0"/>
              </a:spcBef>
              <a:spcAft>
                <a:spcPts val="0"/>
              </a:spcAft>
              <a:buClr>
                <a:srgbClr val="000000"/>
              </a:buClr>
              <a:buSzPts val="8400"/>
              <a:buFont typeface="Arial"/>
              <a:buNone/>
              <a:defRPr sz="8400">
                <a:latin typeface="Arial"/>
                <a:ea typeface="Arial"/>
                <a:cs typeface="Arial"/>
                <a:sym typeface="Arial"/>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14" name="Google Shape;114;p27"/>
          <p:cNvSpPr txBox="1"/>
          <p:nvPr>
            <p:ph idx="12" type="sldNum"/>
          </p:nvPr>
        </p:nvSpPr>
        <p:spPr>
          <a:xfrm>
            <a:off x="4499133"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15" name="Shape 115"/>
        <p:cNvGrpSpPr/>
        <p:nvPr/>
      </p:nvGrpSpPr>
      <p:grpSpPr>
        <a:xfrm>
          <a:off x="0" y="0"/>
          <a:ext cx="0" cy="0"/>
          <a:chOff x="0" y="0"/>
          <a:chExt cx="0" cy="0"/>
        </a:xfrm>
      </p:grpSpPr>
      <p:sp>
        <p:nvSpPr>
          <p:cNvPr id="116" name="Google Shape;116;p28"/>
          <p:cNvSpPr txBox="1"/>
          <p:nvPr>
            <p:ph idx="1" type="body"/>
          </p:nvPr>
        </p:nvSpPr>
        <p:spPr>
          <a:xfrm>
            <a:off x="457200" y="4162520"/>
            <a:ext cx="8229601" cy="312230"/>
          </a:xfrm>
          <a:prstGeom prst="rect">
            <a:avLst/>
          </a:prstGeom>
          <a:noFill/>
          <a:ln>
            <a:noFill/>
          </a:ln>
        </p:spPr>
        <p:txBody>
          <a:bodyPr anchorCtr="0" anchor="ctr" bIns="19050" lIns="19050" spcFirstLastPara="1" rIns="19050" wrap="square" tIns="19050">
            <a:normAutofit/>
          </a:bodyPr>
          <a:lstStyle>
            <a:lvl1pPr indent="-228600" lvl="0" marL="457200" algn="ctr">
              <a:lnSpc>
                <a:spcPct val="100000"/>
              </a:lnSpc>
              <a:spcBef>
                <a:spcPts val="0"/>
              </a:spcBef>
              <a:spcAft>
                <a:spcPts val="0"/>
              </a:spcAft>
              <a:buClr>
                <a:srgbClr val="000000"/>
              </a:buClr>
              <a:buSzPts val="1700"/>
              <a:buFont typeface="Arial"/>
              <a:buNone/>
              <a:defRPr>
                <a:latin typeface="Arial"/>
                <a:ea typeface="Arial"/>
                <a:cs typeface="Arial"/>
                <a:sym typeface="Arial"/>
              </a:defRPr>
            </a:lvl1pPr>
            <a:lvl2pPr indent="-292100" lvl="1" marL="914400" algn="l">
              <a:lnSpc>
                <a:spcPct val="90000"/>
              </a:lnSpc>
              <a:spcBef>
                <a:spcPts val="900"/>
              </a:spcBef>
              <a:spcAft>
                <a:spcPts val="0"/>
              </a:spcAft>
              <a:buClr>
                <a:srgbClr val="000000"/>
              </a:buClr>
              <a:buSzPts val="1000"/>
              <a:buChar char="•"/>
              <a:defRPr/>
            </a:lvl2pPr>
            <a:lvl3pPr indent="-292100" lvl="2" marL="1371600" algn="l">
              <a:lnSpc>
                <a:spcPct val="90000"/>
              </a:lnSpc>
              <a:spcBef>
                <a:spcPts val="900"/>
              </a:spcBef>
              <a:spcAft>
                <a:spcPts val="0"/>
              </a:spcAft>
              <a:buClr>
                <a:srgbClr val="000000"/>
              </a:buClr>
              <a:buSzPts val="1000"/>
              <a:buChar char="•"/>
              <a:defRPr/>
            </a:lvl3pPr>
            <a:lvl4pPr indent="-292100" lvl="3" marL="1828800" algn="l">
              <a:lnSpc>
                <a:spcPct val="90000"/>
              </a:lnSpc>
              <a:spcBef>
                <a:spcPts val="900"/>
              </a:spcBef>
              <a:spcAft>
                <a:spcPts val="0"/>
              </a:spcAft>
              <a:buClr>
                <a:srgbClr val="000000"/>
              </a:buClr>
              <a:buSzPts val="1000"/>
              <a:buChar char="•"/>
              <a:defRPr/>
            </a:lvl4pPr>
            <a:lvl5pPr indent="-292100" lvl="4" marL="2286000" algn="l">
              <a:lnSpc>
                <a:spcPct val="90000"/>
              </a:lnSpc>
              <a:spcBef>
                <a:spcPts val="900"/>
              </a:spcBef>
              <a:spcAft>
                <a:spcPts val="0"/>
              </a:spcAft>
              <a:buClr>
                <a:srgbClr val="000000"/>
              </a:buClr>
              <a:buSzPts val="1000"/>
              <a:buChar char="•"/>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17" name="Google Shape;117;p28"/>
          <p:cNvSpPr txBox="1"/>
          <p:nvPr>
            <p:ph idx="2" type="body"/>
          </p:nvPr>
        </p:nvSpPr>
        <p:spPr>
          <a:xfrm>
            <a:off x="457200" y="1566863"/>
            <a:ext cx="8229600" cy="1656159"/>
          </a:xfrm>
          <a:prstGeom prst="rect">
            <a:avLst/>
          </a:prstGeom>
          <a:noFill/>
          <a:ln>
            <a:noFill/>
          </a:ln>
        </p:spPr>
        <p:txBody>
          <a:bodyPr anchorCtr="0" anchor="ctr" bIns="19050" lIns="19050" spcFirstLastPara="1" rIns="19050" wrap="square" tIns="19050">
            <a:normAutofit/>
          </a:bodyPr>
          <a:lstStyle>
            <a:lvl1pPr indent="-228600" lvl="0" marL="457200" algn="ctr">
              <a:lnSpc>
                <a:spcPct val="80000"/>
              </a:lnSpc>
              <a:spcBef>
                <a:spcPts val="0"/>
              </a:spcBef>
              <a:spcAft>
                <a:spcPts val="0"/>
              </a:spcAft>
              <a:buClr>
                <a:srgbClr val="1C3D75"/>
              </a:buClr>
              <a:buSzPts val="3200"/>
              <a:buFont typeface="Arial Rounded"/>
              <a:buNone/>
              <a:defRPr b="1" sz="3200">
                <a:solidFill>
                  <a:srgbClr val="1C3D75"/>
                </a:solidFill>
                <a:latin typeface="Arial Rounded"/>
                <a:ea typeface="Arial Rounded"/>
                <a:cs typeface="Arial Rounded"/>
                <a:sym typeface="Arial Rounded"/>
              </a:defRPr>
            </a:lvl1pPr>
            <a:lvl2pPr indent="-228600" lvl="1" marL="914400" algn="ctr">
              <a:lnSpc>
                <a:spcPct val="80000"/>
              </a:lnSpc>
              <a:spcBef>
                <a:spcPts val="0"/>
              </a:spcBef>
              <a:spcAft>
                <a:spcPts val="0"/>
              </a:spcAft>
              <a:buClr>
                <a:srgbClr val="1C3D75"/>
              </a:buClr>
              <a:buSzPts val="3200"/>
              <a:buFont typeface="Arial Rounded"/>
              <a:buNone/>
              <a:defRPr b="1" sz="3200">
                <a:solidFill>
                  <a:srgbClr val="1C3D75"/>
                </a:solidFill>
                <a:latin typeface="Arial Rounded"/>
                <a:ea typeface="Arial Rounded"/>
                <a:cs typeface="Arial Rounded"/>
                <a:sym typeface="Arial Rounded"/>
              </a:defRPr>
            </a:lvl2pPr>
            <a:lvl3pPr indent="-228600" lvl="2" marL="1371600" algn="ctr">
              <a:lnSpc>
                <a:spcPct val="80000"/>
              </a:lnSpc>
              <a:spcBef>
                <a:spcPts val="0"/>
              </a:spcBef>
              <a:spcAft>
                <a:spcPts val="0"/>
              </a:spcAft>
              <a:buClr>
                <a:srgbClr val="1C3D75"/>
              </a:buClr>
              <a:buSzPts val="3200"/>
              <a:buFont typeface="Arial Rounded"/>
              <a:buNone/>
              <a:defRPr b="1" sz="3200">
                <a:solidFill>
                  <a:srgbClr val="1C3D75"/>
                </a:solidFill>
                <a:latin typeface="Arial Rounded"/>
                <a:ea typeface="Arial Rounded"/>
                <a:cs typeface="Arial Rounded"/>
                <a:sym typeface="Arial Rounded"/>
              </a:defRPr>
            </a:lvl3pPr>
            <a:lvl4pPr indent="-228600" lvl="3" marL="1828800" algn="ctr">
              <a:lnSpc>
                <a:spcPct val="80000"/>
              </a:lnSpc>
              <a:spcBef>
                <a:spcPts val="0"/>
              </a:spcBef>
              <a:spcAft>
                <a:spcPts val="0"/>
              </a:spcAft>
              <a:buClr>
                <a:srgbClr val="1C3D75"/>
              </a:buClr>
              <a:buSzPts val="3200"/>
              <a:buFont typeface="Arial Rounded"/>
              <a:buNone/>
              <a:defRPr b="1" sz="3200">
                <a:solidFill>
                  <a:srgbClr val="1C3D75"/>
                </a:solidFill>
                <a:latin typeface="Arial Rounded"/>
                <a:ea typeface="Arial Rounded"/>
                <a:cs typeface="Arial Rounded"/>
                <a:sym typeface="Arial Rounded"/>
              </a:defRPr>
            </a:lvl4pPr>
            <a:lvl5pPr indent="-228600" lvl="4" marL="2286000" algn="ctr">
              <a:lnSpc>
                <a:spcPct val="80000"/>
              </a:lnSpc>
              <a:spcBef>
                <a:spcPts val="0"/>
              </a:spcBef>
              <a:spcAft>
                <a:spcPts val="0"/>
              </a:spcAft>
              <a:buClr>
                <a:srgbClr val="1C3D75"/>
              </a:buClr>
              <a:buSzPts val="3200"/>
              <a:buFont typeface="Arial Rounded"/>
              <a:buNone/>
              <a:defRPr b="1" sz="3200">
                <a:solidFill>
                  <a:srgbClr val="1C3D75"/>
                </a:solidFill>
                <a:latin typeface="Arial Rounded"/>
                <a:ea typeface="Arial Rounded"/>
                <a:cs typeface="Arial Rounded"/>
                <a:sym typeface="Arial Rounded"/>
              </a:defRPr>
            </a:lvl5pPr>
            <a:lvl6pPr indent="-292100" lvl="5" marL="2743200" algn="l">
              <a:lnSpc>
                <a:spcPct val="90000"/>
              </a:lnSpc>
              <a:spcBef>
                <a:spcPts val="900"/>
              </a:spcBef>
              <a:spcAft>
                <a:spcPts val="0"/>
              </a:spcAft>
              <a:buClr>
                <a:srgbClr val="000000"/>
              </a:buClr>
              <a:buSzPts val="1000"/>
              <a:buChar char="•"/>
              <a:defRPr/>
            </a:lvl6pPr>
            <a:lvl7pPr indent="-292100" lvl="6" marL="3200400" algn="l">
              <a:lnSpc>
                <a:spcPct val="90000"/>
              </a:lnSpc>
              <a:spcBef>
                <a:spcPts val="900"/>
              </a:spcBef>
              <a:spcAft>
                <a:spcPts val="0"/>
              </a:spcAft>
              <a:buClr>
                <a:srgbClr val="000000"/>
              </a:buClr>
              <a:buSzPts val="1000"/>
              <a:buChar char="•"/>
              <a:defRPr/>
            </a:lvl7pPr>
            <a:lvl8pPr indent="-292100" lvl="7" marL="3657600" algn="l">
              <a:lnSpc>
                <a:spcPct val="90000"/>
              </a:lnSpc>
              <a:spcBef>
                <a:spcPts val="900"/>
              </a:spcBef>
              <a:spcAft>
                <a:spcPts val="0"/>
              </a:spcAft>
              <a:buClr>
                <a:srgbClr val="000000"/>
              </a:buClr>
              <a:buSzPts val="1000"/>
              <a:buChar char="•"/>
              <a:defRPr/>
            </a:lvl8pPr>
            <a:lvl9pPr indent="-292100" lvl="8" marL="4114800" algn="l">
              <a:lnSpc>
                <a:spcPct val="90000"/>
              </a:lnSpc>
              <a:spcBef>
                <a:spcPts val="900"/>
              </a:spcBef>
              <a:spcAft>
                <a:spcPts val="0"/>
              </a:spcAft>
              <a:buClr>
                <a:srgbClr val="000000"/>
              </a:buClr>
              <a:buSzPts val="1000"/>
              <a:buChar char="•"/>
              <a:defRPr/>
            </a:lvl9pPr>
          </a:lstStyle>
          <a:p/>
        </p:txBody>
      </p:sp>
      <p:sp>
        <p:nvSpPr>
          <p:cNvPr id="118" name="Google Shape;118;p28"/>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119" name="Shape 119"/>
        <p:cNvGrpSpPr/>
        <p:nvPr/>
      </p:nvGrpSpPr>
      <p:grpSpPr>
        <a:xfrm>
          <a:off x="0" y="0"/>
          <a:ext cx="0" cy="0"/>
          <a:chOff x="0" y="0"/>
          <a:chExt cx="0" cy="0"/>
        </a:xfrm>
      </p:grpSpPr>
      <p:sp>
        <p:nvSpPr>
          <p:cNvPr id="120" name="Google Shape;120;p29"/>
          <p:cNvSpPr/>
          <p:nvPr>
            <p:ph idx="2" type="pic"/>
          </p:nvPr>
        </p:nvSpPr>
        <p:spPr>
          <a:xfrm>
            <a:off x="5904309" y="2093157"/>
            <a:ext cx="2762028" cy="3105150"/>
          </a:xfrm>
          <a:prstGeom prst="rect">
            <a:avLst/>
          </a:prstGeom>
          <a:noFill/>
          <a:ln>
            <a:noFill/>
          </a:ln>
        </p:spPr>
      </p:sp>
      <p:sp>
        <p:nvSpPr>
          <p:cNvPr id="121" name="Google Shape;121;p29"/>
          <p:cNvSpPr/>
          <p:nvPr>
            <p:ph idx="3" type="pic"/>
          </p:nvPr>
        </p:nvSpPr>
        <p:spPr>
          <a:xfrm>
            <a:off x="5761434" y="476250"/>
            <a:ext cx="3043238" cy="2028377"/>
          </a:xfrm>
          <a:prstGeom prst="rect">
            <a:avLst/>
          </a:prstGeom>
          <a:noFill/>
          <a:ln>
            <a:noFill/>
          </a:ln>
        </p:spPr>
      </p:sp>
      <p:sp>
        <p:nvSpPr>
          <p:cNvPr id="122" name="Google Shape;122;p29"/>
          <p:cNvSpPr/>
          <p:nvPr>
            <p:ph idx="4" type="pic"/>
          </p:nvPr>
        </p:nvSpPr>
        <p:spPr>
          <a:xfrm>
            <a:off x="-23812" y="476250"/>
            <a:ext cx="6286500" cy="4191000"/>
          </a:xfrm>
          <a:prstGeom prst="rect">
            <a:avLst/>
          </a:prstGeom>
          <a:noFill/>
          <a:ln>
            <a:noFill/>
          </a:ln>
        </p:spPr>
      </p:sp>
      <p:sp>
        <p:nvSpPr>
          <p:cNvPr id="123" name="Google Shape;123;p29"/>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24" name="Shape 124"/>
        <p:cNvGrpSpPr/>
        <p:nvPr/>
      </p:nvGrpSpPr>
      <p:grpSpPr>
        <a:xfrm>
          <a:off x="0" y="0"/>
          <a:ext cx="0" cy="0"/>
          <a:chOff x="0" y="0"/>
          <a:chExt cx="0" cy="0"/>
        </a:xfrm>
      </p:grpSpPr>
      <p:sp>
        <p:nvSpPr>
          <p:cNvPr id="125" name="Google Shape;125;p30"/>
          <p:cNvSpPr/>
          <p:nvPr>
            <p:ph idx="2" type="pic"/>
          </p:nvPr>
        </p:nvSpPr>
        <p:spPr>
          <a:xfrm>
            <a:off x="476250" y="-158750"/>
            <a:ext cx="8191500" cy="5461001"/>
          </a:xfrm>
          <a:prstGeom prst="rect">
            <a:avLst/>
          </a:prstGeom>
          <a:noFill/>
          <a:ln>
            <a:noFill/>
          </a:ln>
        </p:spPr>
      </p:sp>
      <p:sp>
        <p:nvSpPr>
          <p:cNvPr id="126" name="Google Shape;126;p30"/>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lvl1pPr indent="0" lvl="0"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1pPr>
            <a:lvl2pPr indent="0" lvl="1"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2pPr>
            <a:lvl3pPr indent="0" lvl="2"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3pPr>
            <a:lvl4pPr indent="0" lvl="3"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4pPr>
            <a:lvl5pPr indent="0" lvl="4"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5pPr>
            <a:lvl6pPr indent="0" lvl="5"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6pPr>
            <a:lvl7pPr indent="0" lvl="6"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7pPr>
            <a:lvl8pPr indent="0" lvl="7"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8pPr>
            <a:lvl9pPr indent="0" lvl="8" marL="0" algn="ctr">
              <a:lnSpc>
                <a:spcPct val="100000"/>
              </a:lnSpc>
              <a:spcBef>
                <a:spcPts val="0"/>
              </a:spcBef>
              <a:spcAft>
                <a:spcPts val="0"/>
              </a:spcAft>
              <a:buClr>
                <a:srgbClr val="5E5E5E"/>
              </a:buClr>
              <a:buSzPts val="800"/>
              <a:buFont typeface="Arial"/>
              <a:buNone/>
              <a:defRPr sz="800">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18" Type="http://schemas.openxmlformats.org/officeDocument/2006/relationships/theme" Target="../theme/theme1.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90513"/>
            <a:ext cx="8229600" cy="647700"/>
          </a:xfrm>
          <a:prstGeom prst="rect">
            <a:avLst/>
          </a:prstGeom>
          <a:noFill/>
          <a:ln>
            <a:noFill/>
          </a:ln>
        </p:spPr>
        <p:txBody>
          <a:bodyPr anchorCtr="0" anchor="t" bIns="19050" lIns="19050" spcFirstLastPara="1" rIns="19050" wrap="square" tIns="19050">
            <a:normAutofit/>
          </a:bodyPr>
          <a:lstStyle>
            <a:lvl1pPr lvl="0"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1pPr>
            <a:lvl2pPr lvl="1"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2pPr>
            <a:lvl3pPr lvl="2"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3pPr>
            <a:lvl4pPr lvl="3"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4pPr>
            <a:lvl5pPr lvl="4"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5pPr>
            <a:lvl6pPr lvl="5"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6pPr>
            <a:lvl7pPr lvl="6"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7pPr>
            <a:lvl8pPr lvl="7"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8pPr>
            <a:lvl9pPr lvl="8" marR="0" rtl="0" algn="ctr">
              <a:lnSpc>
                <a:spcPct val="80000"/>
              </a:lnSpc>
              <a:spcBef>
                <a:spcPts val="0"/>
              </a:spcBef>
              <a:spcAft>
                <a:spcPts val="0"/>
              </a:spcAft>
              <a:buClr>
                <a:srgbClr val="000000"/>
              </a:buClr>
              <a:buSzPts val="3200"/>
              <a:buFont typeface="Arial"/>
              <a:buNone/>
              <a:defRPr b="0" i="0" sz="32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457200" y="1504950"/>
            <a:ext cx="8230716" cy="3181350"/>
          </a:xfrm>
          <a:prstGeom prst="rect">
            <a:avLst/>
          </a:prstGeom>
          <a:noFill/>
          <a:ln>
            <a:noFill/>
          </a:ln>
        </p:spPr>
        <p:txBody>
          <a:bodyPr anchorCtr="0" anchor="t" bIns="19050" lIns="19050" spcFirstLastPara="1" rIns="19050" wrap="square" tIns="19050">
            <a:normAutofit/>
          </a:bodyPr>
          <a:lstStyle>
            <a:lvl1pPr indent="-387350" lvl="0" marL="4572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1pPr>
            <a:lvl2pPr indent="-387350" lvl="1" marL="9144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2pPr>
            <a:lvl3pPr indent="-387350" lvl="2" marL="13716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3pPr>
            <a:lvl4pPr indent="-387350" lvl="3" marL="18288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4pPr>
            <a:lvl5pPr indent="-387350" lvl="4" marL="22860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5pPr>
            <a:lvl6pPr indent="-387350" lvl="5" marL="27432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6pPr>
            <a:lvl7pPr indent="-387350" lvl="6" marL="32004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7pPr>
            <a:lvl8pPr indent="-387350" lvl="7" marL="36576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8pPr>
            <a:lvl9pPr indent="-387350" lvl="8" marL="4114800" marR="0" rtl="0" algn="l">
              <a:lnSpc>
                <a:spcPct val="90000"/>
              </a:lnSpc>
              <a:spcBef>
                <a:spcPts val="900"/>
              </a:spcBef>
              <a:spcAft>
                <a:spcPts val="0"/>
              </a:spcAft>
              <a:buClr>
                <a:srgbClr val="000000"/>
              </a:buClr>
              <a:buSzPts val="2500"/>
              <a:buFont typeface="Arial"/>
              <a:buChar char="•"/>
              <a:defRPr b="0" i="0" sz="1700" u="none" cap="none" strike="noStrike">
                <a:solidFill>
                  <a:srgbClr val="000000"/>
                </a:solidFill>
                <a:latin typeface="Arial"/>
                <a:ea typeface="Arial"/>
                <a:cs typeface="Arial"/>
                <a:sym typeface="Arial"/>
              </a:defRPr>
            </a:lvl9pPr>
          </a:lstStyle>
          <a:p/>
        </p:txBody>
      </p:sp>
      <p:sp>
        <p:nvSpPr>
          <p:cNvPr id="53" name="Google Shape;53;p13"/>
          <p:cNvSpPr txBox="1"/>
          <p:nvPr>
            <p:ph idx="12" type="sldNum"/>
          </p:nvPr>
        </p:nvSpPr>
        <p:spPr>
          <a:xfrm>
            <a:off x="4499133" y="4762500"/>
            <a:ext cx="145733" cy="160973"/>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1pPr>
            <a:lvl2pPr indent="0" lvl="1"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2pPr>
            <a:lvl3pPr indent="0" lvl="2"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3pPr>
            <a:lvl4pPr indent="0" lvl="3"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4pPr>
            <a:lvl5pPr indent="0" lvl="4"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5pPr>
            <a:lvl6pPr indent="0" lvl="5"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6pPr>
            <a:lvl7pPr indent="0" lvl="6"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7pPr>
            <a:lvl8pPr indent="0" lvl="7"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8pPr>
            <a:lvl9pPr indent="0" lvl="8" marL="0" marR="0" rtl="0" algn="ctr">
              <a:lnSpc>
                <a:spcPct val="100000"/>
              </a:lnSpc>
              <a:spcBef>
                <a:spcPts val="0"/>
              </a:spcBef>
              <a:spcAft>
                <a:spcPts val="0"/>
              </a:spcAft>
              <a:buClr>
                <a:srgbClr val="5E5E5E"/>
              </a:buClr>
              <a:buSzPts val="800"/>
              <a:buFont typeface="Arial"/>
              <a:buNone/>
              <a:defRPr b="0" i="0" sz="800" u="none" cap="none" strike="noStrike">
                <a:solidFill>
                  <a:srgbClr val="5E5E5E"/>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sz="5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github.com/modelcontextprotocol/servers-archived/tree/main/src/google-maps" TargetMode="External"/><Relationship Id="rId4" Type="http://schemas.openxmlformats.org/officeDocument/2006/relationships/hyperlink" Target="https://github.com/modelcontextprotocol/servers-archived/tree/main/src/google-maps" TargetMode="External"/><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23.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22.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9.png"/><Relationship Id="rId4" Type="http://schemas.openxmlformats.org/officeDocument/2006/relationships/image" Target="../media/image11.png"/><Relationship Id="rId5" Type="http://schemas.openxmlformats.org/officeDocument/2006/relationships/image" Target="../media/image35.png"/><Relationship Id="rId6"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1.png"/><Relationship Id="rId9" Type="http://schemas.openxmlformats.org/officeDocument/2006/relationships/image" Target="../media/image10.png"/><Relationship Id="rId5" Type="http://schemas.openxmlformats.org/officeDocument/2006/relationships/image" Target="../media/image40.png"/><Relationship Id="rId6" Type="http://schemas.openxmlformats.org/officeDocument/2006/relationships/image" Target="../media/image44.png"/><Relationship Id="rId7" Type="http://schemas.openxmlformats.org/officeDocument/2006/relationships/image" Target="../media/image37.png"/><Relationship Id="rId8"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16.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36.png"/><Relationship Id="rId5"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11.png"/><Relationship Id="rId5" Type="http://schemas.openxmlformats.org/officeDocument/2006/relationships/image" Target="../media/image27.png"/><Relationship Id="rId6" Type="http://schemas.openxmlformats.org/officeDocument/2006/relationships/image" Target="../media/image46.png"/><Relationship Id="rId7"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hyperlink" Target="https://github.com/modelcontextprotocol/python-sdk" TargetMode="Externa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7.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2.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hyperlink" Target="https://console.anthropic.com/settings/keys" TargetMode="External"/><Relationship Id="rId4" Type="http://schemas.openxmlformats.org/officeDocument/2006/relationships/hyperlink" Target="https://github.com/modelcontextprotocol/quickstart-resources/blob/main/mcp-client-python/client.py" TargetMode="External"/><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3.png"/><Relationship Id="rId4" Type="http://schemas.openxmlformats.org/officeDocument/2006/relationships/image" Target="../media/image45.png"/><Relationship Id="rId5" Type="http://schemas.openxmlformats.org/officeDocument/2006/relationships/hyperlink" Target="https://github.com/modelcontextprotocol/inspector?tab=readme-ov-file" TargetMode="External"/><Relationship Id="rId6"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12" scaled="0"/>
        </a:gradFill>
      </p:bgPr>
    </p:bg>
    <p:spTree>
      <p:nvGrpSpPr>
        <p:cNvPr id="130" name="Shape 130"/>
        <p:cNvGrpSpPr/>
        <p:nvPr/>
      </p:nvGrpSpPr>
      <p:grpSpPr>
        <a:xfrm>
          <a:off x="0" y="0"/>
          <a:ext cx="0" cy="0"/>
          <a:chOff x="0" y="0"/>
          <a:chExt cx="0" cy="0"/>
        </a:xfrm>
      </p:grpSpPr>
      <p:sp>
        <p:nvSpPr>
          <p:cNvPr id="131" name="Google Shape;131;p31"/>
          <p:cNvSpPr txBox="1"/>
          <p:nvPr/>
        </p:nvSpPr>
        <p:spPr>
          <a:xfrm>
            <a:off x="2427965" y="666709"/>
            <a:ext cx="4140600" cy="1207500"/>
          </a:xfrm>
          <a:prstGeom prst="rect">
            <a:avLst/>
          </a:prstGeom>
          <a:noFill/>
          <a:ln>
            <a:noFill/>
          </a:ln>
        </p:spPr>
        <p:txBody>
          <a:bodyPr anchorCtr="0" anchor="ctr" bIns="85725" lIns="85725" spcFirstLastPara="1" rIns="85725" wrap="square" tIns="85725">
            <a:spAutoFit/>
          </a:bodyPr>
          <a:lstStyle/>
          <a:p>
            <a:pPr indent="0" lvl="0" marL="0" marR="0" rtl="0" algn="ctr">
              <a:lnSpc>
                <a:spcPct val="80000"/>
              </a:lnSpc>
              <a:spcBef>
                <a:spcPts val="0"/>
              </a:spcBef>
              <a:spcAft>
                <a:spcPts val="0"/>
              </a:spcAft>
              <a:buClr>
                <a:srgbClr val="000000"/>
              </a:buClr>
              <a:buSzPts val="8400"/>
              <a:buFont typeface="Arial"/>
              <a:buNone/>
            </a:pPr>
            <a:r>
              <a:rPr b="0" i="0" lang="en" sz="8400" u="none" cap="none" strike="noStrike">
                <a:solidFill>
                  <a:srgbClr val="000000"/>
                </a:solidFill>
                <a:latin typeface="Arial"/>
                <a:ea typeface="Arial"/>
                <a:cs typeface="Arial"/>
                <a:sym typeface="Arial"/>
              </a:rPr>
              <a:t>MCP</a:t>
            </a:r>
            <a:endParaRPr sz="500"/>
          </a:p>
        </p:txBody>
      </p:sp>
      <p:sp>
        <p:nvSpPr>
          <p:cNvPr id="132" name="Google Shape;132;p31"/>
          <p:cNvSpPr txBox="1"/>
          <p:nvPr>
            <p:ph idx="12" type="sldNum"/>
          </p:nvPr>
        </p:nvSpPr>
        <p:spPr>
          <a:xfrm>
            <a:off x="4532995" y="4762500"/>
            <a:ext cx="81000" cy="1611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sp>
        <p:nvSpPr>
          <p:cNvPr id="133" name="Google Shape;133;p31"/>
          <p:cNvSpPr txBox="1"/>
          <p:nvPr/>
        </p:nvSpPr>
        <p:spPr>
          <a:xfrm>
            <a:off x="2939600" y="2075725"/>
            <a:ext cx="3393300" cy="35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1700"/>
              <a:buFont typeface="Arial"/>
              <a:buNone/>
            </a:pPr>
            <a:r>
              <a:rPr b="0" i="0" lang="en" sz="2300" u="none" cap="none" strike="noStrike">
                <a:solidFill>
                  <a:srgbClr val="000000"/>
                </a:solidFill>
                <a:latin typeface="Arial"/>
                <a:ea typeface="Arial"/>
                <a:cs typeface="Arial"/>
                <a:sym typeface="Arial"/>
              </a:rPr>
              <a:t>Model Context Protocol</a:t>
            </a:r>
            <a:endParaRPr sz="1100"/>
          </a:p>
        </p:txBody>
      </p:sp>
      <p:pic>
        <p:nvPicPr>
          <p:cNvPr descr="NAWYLOGO.avif" id="134" name="Google Shape;134;p31"/>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pic>
        <p:nvPicPr>
          <p:cNvPr id="135" name="Google Shape;135;p31" title="mcplg.png"/>
          <p:cNvPicPr preferRelativeResize="0"/>
          <p:nvPr/>
        </p:nvPicPr>
        <p:blipFill>
          <a:blip r:embed="rId4">
            <a:alphaModFix amt="52999"/>
          </a:blip>
          <a:stretch>
            <a:fillRect/>
          </a:stretch>
        </p:blipFill>
        <p:spPr>
          <a:xfrm>
            <a:off x="3599950" y="2645888"/>
            <a:ext cx="1344913" cy="13449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139" name="Shape 139"/>
        <p:cNvGrpSpPr/>
        <p:nvPr/>
      </p:nvGrpSpPr>
      <p:grpSpPr>
        <a:xfrm>
          <a:off x="0" y="0"/>
          <a:ext cx="0" cy="0"/>
          <a:chOff x="0" y="0"/>
          <a:chExt cx="0" cy="0"/>
        </a:xfrm>
      </p:grpSpPr>
      <p:sp>
        <p:nvSpPr>
          <p:cNvPr id="140" name="Google Shape;140;p32"/>
          <p:cNvSpPr txBox="1"/>
          <p:nvPr/>
        </p:nvSpPr>
        <p:spPr>
          <a:xfrm>
            <a:off x="428625" y="242887"/>
            <a:ext cx="8701088"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What is MCP?</a:t>
            </a:r>
            <a:endParaRPr sz="500"/>
          </a:p>
        </p:txBody>
      </p:sp>
      <p:sp>
        <p:nvSpPr>
          <p:cNvPr id="141" name="Google Shape;141;p32"/>
          <p:cNvSpPr txBox="1"/>
          <p:nvPr>
            <p:ph idx="12" type="sldNum"/>
          </p:nvPr>
        </p:nvSpPr>
        <p:spPr>
          <a:xfrm>
            <a:off x="4525613" y="4762500"/>
            <a:ext cx="95631"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42" name="Google Shape;142;p32"/>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
        <p:nvSpPr>
          <p:cNvPr id="143" name="Google Shape;143;p32"/>
          <p:cNvSpPr txBox="1"/>
          <p:nvPr/>
        </p:nvSpPr>
        <p:spPr>
          <a:xfrm>
            <a:off x="463575" y="964368"/>
            <a:ext cx="8360400" cy="3307800"/>
          </a:xfrm>
          <a:prstGeom prst="rect">
            <a:avLst/>
          </a:prstGeom>
          <a:noFill/>
          <a:ln>
            <a:noFill/>
          </a:ln>
        </p:spPr>
        <p:txBody>
          <a:bodyPr anchorCtr="0" anchor="ctr" bIns="19050" lIns="19050" spcFirstLastPara="1" rIns="19050" wrap="square" tIns="19050">
            <a:spAutoFit/>
          </a:bodyPr>
          <a:lstStyle/>
          <a:p>
            <a:pPr indent="0" lvl="0" marL="0" rtl="0" algn="l">
              <a:lnSpc>
                <a:spcPct val="115000"/>
              </a:lnSpc>
              <a:spcBef>
                <a:spcPts val="0"/>
              </a:spcBef>
              <a:spcAft>
                <a:spcPts val="0"/>
              </a:spcAft>
              <a:buClr>
                <a:schemeClr val="dk1"/>
              </a:buClr>
              <a:buSzPts val="1100"/>
              <a:buFont typeface="Arial"/>
              <a:buNone/>
            </a:pPr>
            <a:r>
              <a:rPr lang="en" sz="1700">
                <a:solidFill>
                  <a:srgbClr val="3E3E3E"/>
                </a:solidFill>
              </a:rPr>
              <a:t>MCP (Model Context Protocol) is an open-source standard for connecting AI applications to external systems.</a:t>
            </a:r>
            <a:endParaRPr sz="1700">
              <a:solidFill>
                <a:srgbClr val="3E3E3E"/>
              </a:solidFill>
            </a:endParaRPr>
          </a:p>
          <a:p>
            <a:pPr indent="0" lvl="0" marL="0" rtl="0" algn="l">
              <a:lnSpc>
                <a:spcPct val="115000"/>
              </a:lnSpc>
              <a:spcBef>
                <a:spcPts val="1400"/>
              </a:spcBef>
              <a:spcAft>
                <a:spcPts val="0"/>
              </a:spcAft>
              <a:buClr>
                <a:schemeClr val="dk1"/>
              </a:buClr>
              <a:buSzPts val="1100"/>
              <a:buFont typeface="Arial"/>
              <a:buNone/>
            </a:pPr>
            <a:r>
              <a:rPr lang="en" sz="1700">
                <a:solidFill>
                  <a:srgbClr val="3E3E3E"/>
                </a:solidFill>
              </a:rPr>
              <a:t>Using MCP, AI applications like Claude or ChatGPT can connect to data sources (e.g. local files, databases), tools (e.g. search engines, calculators) and workflows (e.g. specialized prompts)—enabling them to access key information and perform tasks.</a:t>
            </a:r>
            <a:endParaRPr sz="1700">
              <a:solidFill>
                <a:srgbClr val="3E3E3E"/>
              </a:solidFill>
            </a:endParaRPr>
          </a:p>
          <a:p>
            <a:pPr indent="0" lvl="0" marL="0" rtl="0" algn="l">
              <a:lnSpc>
                <a:spcPct val="115000"/>
              </a:lnSpc>
              <a:spcBef>
                <a:spcPts val="1400"/>
              </a:spcBef>
              <a:spcAft>
                <a:spcPts val="0"/>
              </a:spcAft>
              <a:buClr>
                <a:schemeClr val="dk1"/>
              </a:buClr>
              <a:buSzPts val="1100"/>
              <a:buFont typeface="Arial"/>
              <a:buNone/>
            </a:pPr>
            <a:r>
              <a:rPr lang="en" sz="1700">
                <a:solidFill>
                  <a:srgbClr val="3E3E3E"/>
                </a:solidFill>
              </a:rPr>
              <a:t>Think of MCP like a USB-C port for AI applications. Just as USB-C provides a standardized way to connect electronic devices, MCP provides a standardized way to connect AI applications to external systems.</a:t>
            </a:r>
            <a:endParaRPr sz="1700">
              <a:solidFill>
                <a:srgbClr val="3E3E3E"/>
              </a:solidFill>
            </a:endParaRPr>
          </a:p>
          <a:p>
            <a:pPr indent="0" lvl="0" marL="0" marR="0" rtl="0" algn="l">
              <a:lnSpc>
                <a:spcPct val="150000"/>
              </a:lnSpc>
              <a:spcBef>
                <a:spcPts val="1400"/>
              </a:spcBef>
              <a:spcAft>
                <a:spcPts val="0"/>
              </a:spcAft>
              <a:buClr>
                <a:srgbClr val="475569"/>
              </a:buClr>
              <a:buSzPts val="1000"/>
              <a:buFont typeface="Lato"/>
              <a:buNone/>
            </a:pPr>
            <a:r>
              <a:t/>
            </a:r>
            <a:endParaRPr sz="2100">
              <a:solidFill>
                <a:srgbClr val="475569"/>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12" scaled="0"/>
        </a:gradFill>
      </p:bgPr>
    </p:bg>
    <p:spTree>
      <p:nvGrpSpPr>
        <p:cNvPr id="147" name="Shape 147"/>
        <p:cNvGrpSpPr/>
        <p:nvPr/>
      </p:nvGrpSpPr>
      <p:grpSpPr>
        <a:xfrm>
          <a:off x="0" y="0"/>
          <a:ext cx="0" cy="0"/>
          <a:chOff x="0" y="0"/>
          <a:chExt cx="0" cy="0"/>
        </a:xfrm>
      </p:grpSpPr>
      <p:sp>
        <p:nvSpPr>
          <p:cNvPr id="148" name="Google Shape;148;p33"/>
          <p:cNvSpPr txBox="1"/>
          <p:nvPr/>
        </p:nvSpPr>
        <p:spPr>
          <a:xfrm>
            <a:off x="428625" y="242888"/>
            <a:ext cx="8701200" cy="35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Architectural Flow</a:t>
            </a:r>
            <a:endParaRPr sz="500"/>
          </a:p>
        </p:txBody>
      </p:sp>
      <p:pic>
        <p:nvPicPr>
          <p:cNvPr descr="Screenshot 2025-11-13 at 3.56.05 PM.pngGoogle Shape;129;p21" id="149" name="Google Shape;149;p33"/>
          <p:cNvPicPr preferRelativeResize="0"/>
          <p:nvPr/>
        </p:nvPicPr>
        <p:blipFill rotWithShape="1">
          <a:blip r:embed="rId3">
            <a:alphaModFix/>
          </a:blip>
          <a:srcRect b="0" l="0" r="0" t="0"/>
          <a:stretch/>
        </p:blipFill>
        <p:spPr>
          <a:xfrm>
            <a:off x="0" y="982474"/>
            <a:ext cx="9144000" cy="2845250"/>
          </a:xfrm>
          <a:prstGeom prst="rect">
            <a:avLst/>
          </a:prstGeom>
          <a:noFill/>
          <a:ln>
            <a:noFill/>
          </a:ln>
        </p:spPr>
      </p:pic>
      <p:sp>
        <p:nvSpPr>
          <p:cNvPr id="150" name="Google Shape;150;p33"/>
          <p:cNvSpPr txBox="1"/>
          <p:nvPr>
            <p:ph idx="12" type="sldNum"/>
          </p:nvPr>
        </p:nvSpPr>
        <p:spPr>
          <a:xfrm>
            <a:off x="4523089" y="4762500"/>
            <a:ext cx="1008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51" name="Google Shape;151;p33"/>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155" name="Shape 155"/>
        <p:cNvGrpSpPr/>
        <p:nvPr/>
      </p:nvGrpSpPr>
      <p:grpSpPr>
        <a:xfrm>
          <a:off x="0" y="0"/>
          <a:ext cx="0" cy="0"/>
          <a:chOff x="0" y="0"/>
          <a:chExt cx="0" cy="0"/>
        </a:xfrm>
      </p:grpSpPr>
      <p:pic>
        <p:nvPicPr>
          <p:cNvPr descr="Screenshot 2025-11-13 at 5.56.28 PM.pngGoogle Shape;76;p16" id="156" name="Google Shape;156;p34"/>
          <p:cNvPicPr preferRelativeResize="0"/>
          <p:nvPr/>
        </p:nvPicPr>
        <p:blipFill rotWithShape="1">
          <a:blip r:embed="rId3">
            <a:alphaModFix/>
          </a:blip>
          <a:srcRect b="0" l="0" r="0" t="0"/>
          <a:stretch/>
        </p:blipFill>
        <p:spPr>
          <a:xfrm>
            <a:off x="-71947" y="12925"/>
            <a:ext cx="9215947" cy="5016275"/>
          </a:xfrm>
          <a:prstGeom prst="rect">
            <a:avLst/>
          </a:prstGeom>
          <a:noFill/>
          <a:ln>
            <a:noFill/>
          </a:ln>
        </p:spPr>
      </p:pic>
      <p:sp>
        <p:nvSpPr>
          <p:cNvPr id="157" name="Google Shape;157;p34"/>
          <p:cNvSpPr txBox="1"/>
          <p:nvPr>
            <p:ph idx="12" type="sldNum"/>
          </p:nvPr>
        </p:nvSpPr>
        <p:spPr>
          <a:xfrm>
            <a:off x="4523232" y="4762500"/>
            <a:ext cx="100394"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58" name="Google Shape;158;p34"/>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162" name="Shape 162"/>
        <p:cNvGrpSpPr/>
        <p:nvPr/>
      </p:nvGrpSpPr>
      <p:grpSpPr>
        <a:xfrm>
          <a:off x="0" y="0"/>
          <a:ext cx="0" cy="0"/>
          <a:chOff x="0" y="0"/>
          <a:chExt cx="0" cy="0"/>
        </a:xfrm>
      </p:grpSpPr>
      <p:pic>
        <p:nvPicPr>
          <p:cNvPr descr="Screenshot 2025-11-13 at 6.18.57 PM.pngGoogle Shape;81;p17" id="163" name="Google Shape;163;p35"/>
          <p:cNvPicPr preferRelativeResize="0"/>
          <p:nvPr/>
        </p:nvPicPr>
        <p:blipFill rotWithShape="1">
          <a:blip r:embed="rId3">
            <a:alphaModFix/>
          </a:blip>
          <a:srcRect b="0" l="0" r="0" t="0"/>
          <a:stretch/>
        </p:blipFill>
        <p:spPr>
          <a:xfrm>
            <a:off x="-40366" y="30115"/>
            <a:ext cx="9184365" cy="4999085"/>
          </a:xfrm>
          <a:prstGeom prst="rect">
            <a:avLst/>
          </a:prstGeom>
          <a:noFill/>
          <a:ln>
            <a:noFill/>
          </a:ln>
        </p:spPr>
      </p:pic>
      <p:sp>
        <p:nvSpPr>
          <p:cNvPr id="164" name="Google Shape;164;p35"/>
          <p:cNvSpPr txBox="1"/>
          <p:nvPr>
            <p:ph idx="12" type="sldNum"/>
          </p:nvPr>
        </p:nvSpPr>
        <p:spPr>
          <a:xfrm>
            <a:off x="4522613" y="4762500"/>
            <a:ext cx="101632"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65" name="Google Shape;165;p35"/>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12" scaled="0"/>
        </a:gradFill>
      </p:bgPr>
    </p:bg>
    <p:spTree>
      <p:nvGrpSpPr>
        <p:cNvPr id="169" name="Shape 169"/>
        <p:cNvGrpSpPr/>
        <p:nvPr/>
      </p:nvGrpSpPr>
      <p:grpSpPr>
        <a:xfrm>
          <a:off x="0" y="0"/>
          <a:ext cx="0" cy="0"/>
          <a:chOff x="0" y="0"/>
          <a:chExt cx="0" cy="0"/>
        </a:xfrm>
      </p:grpSpPr>
      <p:sp>
        <p:nvSpPr>
          <p:cNvPr id="170" name="Google Shape;170;p36"/>
          <p:cNvSpPr txBox="1"/>
          <p:nvPr/>
        </p:nvSpPr>
        <p:spPr>
          <a:xfrm>
            <a:off x="151853" y="1050269"/>
            <a:ext cx="8210400" cy="1034400"/>
          </a:xfrm>
          <a:prstGeom prst="rect">
            <a:avLst/>
          </a:prstGeom>
          <a:noFill/>
          <a:ln>
            <a:noFill/>
          </a:ln>
        </p:spPr>
        <p:txBody>
          <a:bodyPr anchorCtr="0" anchor="ctr" bIns="68550" lIns="68550" spcFirstLastPara="1" rIns="68550" wrap="square" tIns="68550">
            <a:spAutoFit/>
          </a:bodyPr>
          <a:lstStyle/>
          <a:p>
            <a:pPr indent="0" lvl="0" marL="0" marR="0" rtl="0" algn="l">
              <a:lnSpc>
                <a:spcPct val="90000"/>
              </a:lnSpc>
              <a:spcBef>
                <a:spcPts val="0"/>
              </a:spcBef>
              <a:spcAft>
                <a:spcPts val="0"/>
              </a:spcAft>
              <a:buClr>
                <a:srgbClr val="000000"/>
              </a:buClr>
              <a:buSzPts val="1700"/>
              <a:buFont typeface="Arial"/>
              <a:buNone/>
            </a:pPr>
            <a:r>
              <a:rPr lang="en" sz="1200">
                <a:solidFill>
                  <a:srgbClr val="1F2328"/>
                </a:solidFill>
              </a:rPr>
              <a:t>MCP is the next generation of APIs because it changes the fundamental abstraction:</a:t>
            </a:r>
            <a:endParaRPr sz="1200">
              <a:solidFill>
                <a:srgbClr val="1F2328"/>
              </a:solidFill>
            </a:endParaRPr>
          </a:p>
          <a:p>
            <a:pPr indent="0" lvl="0" marL="0" marR="0" rtl="0" algn="l">
              <a:lnSpc>
                <a:spcPct val="90000"/>
              </a:lnSpc>
              <a:spcBef>
                <a:spcPts val="900"/>
              </a:spcBef>
              <a:spcAft>
                <a:spcPts val="0"/>
              </a:spcAft>
              <a:buClr>
                <a:srgbClr val="000000"/>
              </a:buClr>
              <a:buSzPts val="1700"/>
              <a:buFont typeface="Arial"/>
              <a:buNone/>
            </a:pPr>
            <a:r>
              <a:rPr lang="en" sz="1200">
                <a:solidFill>
                  <a:srgbClr val="1F2328"/>
                </a:solidFill>
              </a:rPr>
              <a:t>Instead of humans writing code to integrate with APIs, AI models can integrate with services directly through a safe, standardized protocol.</a:t>
            </a:r>
            <a:endParaRPr sz="1200">
              <a:solidFill>
                <a:srgbClr val="1F2328"/>
              </a:solidFill>
            </a:endParaRPr>
          </a:p>
          <a:p>
            <a:pPr indent="0" lvl="0" marL="0" marR="0" rtl="0" algn="l">
              <a:lnSpc>
                <a:spcPct val="90000"/>
              </a:lnSpc>
              <a:spcBef>
                <a:spcPts val="900"/>
              </a:spcBef>
              <a:spcAft>
                <a:spcPts val="0"/>
              </a:spcAft>
              <a:buClr>
                <a:srgbClr val="000000"/>
              </a:buClr>
              <a:buSzPts val="1500"/>
              <a:buFont typeface="Arial"/>
              <a:buNone/>
            </a:pPr>
            <a:r>
              <a:t/>
            </a:r>
            <a:endParaRPr sz="1200">
              <a:solidFill>
                <a:srgbClr val="1F2328"/>
              </a:solidFill>
            </a:endParaRPr>
          </a:p>
        </p:txBody>
      </p:sp>
      <p:sp>
        <p:nvSpPr>
          <p:cNvPr id="171" name="Google Shape;171;p36"/>
          <p:cNvSpPr txBox="1"/>
          <p:nvPr/>
        </p:nvSpPr>
        <p:spPr>
          <a:xfrm>
            <a:off x="151857" y="105230"/>
            <a:ext cx="6734400" cy="457200"/>
          </a:xfrm>
          <a:prstGeom prst="rect">
            <a:avLst/>
          </a:prstGeom>
          <a:noFill/>
          <a:ln>
            <a:noFill/>
          </a:ln>
        </p:spPr>
        <p:txBody>
          <a:bodyPr anchorCtr="0" anchor="ctr" bIns="68550" lIns="68550" spcFirstLastPara="1" rIns="68550" wrap="square" tIns="685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MCP vs APIs</a:t>
            </a:r>
            <a:endParaRPr sz="500"/>
          </a:p>
        </p:txBody>
      </p:sp>
      <p:sp>
        <p:nvSpPr>
          <p:cNvPr id="172" name="Google Shape;172;p36">
            <a:hlinkClick r:id="rId3"/>
          </p:cNvPr>
          <p:cNvSpPr txBox="1"/>
          <p:nvPr/>
        </p:nvSpPr>
        <p:spPr>
          <a:xfrm>
            <a:off x="2085975" y="2785165"/>
            <a:ext cx="4972200" cy="918900"/>
          </a:xfrm>
          <a:prstGeom prst="rect">
            <a:avLst/>
          </a:prstGeom>
          <a:noFill/>
          <a:ln>
            <a:noFill/>
          </a:ln>
        </p:spPr>
        <p:txBody>
          <a:bodyPr anchorCtr="0" anchor="ctr" bIns="68550" lIns="68550" spcFirstLastPara="1" rIns="68550" wrap="square" tIns="68550">
            <a:spAutoFit/>
          </a:bodyPr>
          <a:lstStyle/>
          <a:p>
            <a:pPr indent="0" lvl="0" marL="0" marR="0" rtl="0" algn="ctr">
              <a:lnSpc>
                <a:spcPct val="90000"/>
              </a:lnSpc>
              <a:spcBef>
                <a:spcPts val="0"/>
              </a:spcBef>
              <a:spcAft>
                <a:spcPts val="0"/>
              </a:spcAft>
              <a:buClr>
                <a:srgbClr val="000000"/>
              </a:buClr>
              <a:buSzPts val="2400"/>
              <a:buFont typeface="Calibri"/>
              <a:buNone/>
            </a:pPr>
            <a:r>
              <a:rPr b="1" i="0" lang="en" sz="2400" u="none" cap="none" strike="noStrike">
                <a:solidFill>
                  <a:srgbClr val="000000"/>
                </a:solidFill>
                <a:latin typeface="Calibri"/>
                <a:ea typeface="Calibri"/>
                <a:cs typeface="Calibri"/>
                <a:sym typeface="Calibri"/>
              </a:rPr>
              <a:t>Google Maps Server Demo</a:t>
            </a:r>
            <a:endParaRPr sz="500"/>
          </a:p>
          <a:p>
            <a:pPr indent="0" lvl="0" marL="0" marR="0" rtl="0" algn="ctr">
              <a:lnSpc>
                <a:spcPct val="90000"/>
              </a:lnSpc>
              <a:spcBef>
                <a:spcPts val="900"/>
              </a:spcBef>
              <a:spcAft>
                <a:spcPts val="0"/>
              </a:spcAft>
              <a:buClr>
                <a:schemeClr val="accent5"/>
              </a:buClr>
              <a:buSzPts val="2400"/>
              <a:buFont typeface="Calibri"/>
              <a:buNone/>
            </a:pPr>
            <a:r>
              <a:rPr b="1" i="0" lang="en" sz="2400" u="sng" cap="none" strike="noStrike">
                <a:solidFill>
                  <a:schemeClr val="hlink"/>
                </a:solidFill>
                <a:latin typeface="Calibri"/>
                <a:ea typeface="Calibri"/>
                <a:cs typeface="Calibri"/>
                <a:sym typeface="Calibri"/>
                <a:hlinkClick r:id="rId4"/>
              </a:rPr>
              <a:t>Google Maps Server</a:t>
            </a:r>
            <a:endParaRPr sz="500"/>
          </a:p>
        </p:txBody>
      </p:sp>
      <p:sp>
        <p:nvSpPr>
          <p:cNvPr id="173" name="Google Shape;173;p36"/>
          <p:cNvSpPr txBox="1"/>
          <p:nvPr>
            <p:ph idx="12" type="sldNum"/>
          </p:nvPr>
        </p:nvSpPr>
        <p:spPr>
          <a:xfrm>
            <a:off x="4496609" y="4762500"/>
            <a:ext cx="1536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74" name="Google Shape;174;p36"/>
          <p:cNvPicPr preferRelativeResize="0"/>
          <p:nvPr/>
        </p:nvPicPr>
        <p:blipFill rotWithShape="1">
          <a:blip r:embed="rId5">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12" scaled="0"/>
        </a:gradFill>
      </p:bgPr>
    </p:bg>
    <p:spTree>
      <p:nvGrpSpPr>
        <p:cNvPr id="178" name="Shape 178"/>
        <p:cNvGrpSpPr/>
        <p:nvPr/>
      </p:nvGrpSpPr>
      <p:grpSpPr>
        <a:xfrm>
          <a:off x="0" y="0"/>
          <a:ext cx="0" cy="0"/>
          <a:chOff x="0" y="0"/>
          <a:chExt cx="0" cy="0"/>
        </a:xfrm>
      </p:grpSpPr>
      <p:pic>
        <p:nvPicPr>
          <p:cNvPr descr="Screenshot 2025-11-15 at 8.07.25 PM.pngGoogle Shape;322;p41" id="179" name="Google Shape;179;p37"/>
          <p:cNvPicPr preferRelativeResize="0"/>
          <p:nvPr/>
        </p:nvPicPr>
        <p:blipFill rotWithShape="1">
          <a:blip r:embed="rId3">
            <a:alphaModFix/>
          </a:blip>
          <a:srcRect b="0" l="0" r="0" t="0"/>
          <a:stretch/>
        </p:blipFill>
        <p:spPr>
          <a:xfrm>
            <a:off x="-120074" y="-19452"/>
            <a:ext cx="9269847" cy="5162953"/>
          </a:xfrm>
          <a:prstGeom prst="rect">
            <a:avLst/>
          </a:prstGeom>
          <a:noFill/>
          <a:ln>
            <a:noFill/>
          </a:ln>
        </p:spPr>
      </p:pic>
      <p:sp>
        <p:nvSpPr>
          <p:cNvPr id="180" name="Google Shape;180;p37"/>
          <p:cNvSpPr txBox="1"/>
          <p:nvPr>
            <p:ph idx="12" type="sldNum"/>
          </p:nvPr>
        </p:nvSpPr>
        <p:spPr>
          <a:xfrm>
            <a:off x="4501086" y="4762500"/>
            <a:ext cx="1446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81" name="Google Shape;181;p37"/>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12" scaled="0"/>
        </a:gradFill>
      </p:bgPr>
    </p:bg>
    <p:spTree>
      <p:nvGrpSpPr>
        <p:cNvPr id="185" name="Shape 185"/>
        <p:cNvGrpSpPr/>
        <p:nvPr/>
      </p:nvGrpSpPr>
      <p:grpSpPr>
        <a:xfrm>
          <a:off x="0" y="0"/>
          <a:ext cx="0" cy="0"/>
          <a:chOff x="0" y="0"/>
          <a:chExt cx="0" cy="0"/>
        </a:xfrm>
      </p:grpSpPr>
      <p:pic>
        <p:nvPicPr>
          <p:cNvPr descr="Screenshot 2025-11-15 at 8.08.54 PM.pngGoogle Shape;327;p42" id="186" name="Google Shape;186;p38"/>
          <p:cNvPicPr preferRelativeResize="0"/>
          <p:nvPr/>
        </p:nvPicPr>
        <p:blipFill rotWithShape="1">
          <a:blip r:embed="rId3">
            <a:alphaModFix/>
          </a:blip>
          <a:srcRect b="0" l="0" r="0" t="0"/>
          <a:stretch/>
        </p:blipFill>
        <p:spPr>
          <a:xfrm>
            <a:off x="11689" y="0"/>
            <a:ext cx="9234918" cy="5143500"/>
          </a:xfrm>
          <a:prstGeom prst="rect">
            <a:avLst/>
          </a:prstGeom>
          <a:noFill/>
          <a:ln>
            <a:noFill/>
          </a:ln>
        </p:spPr>
      </p:pic>
      <p:sp>
        <p:nvSpPr>
          <p:cNvPr id="187" name="Google Shape;187;p38"/>
          <p:cNvSpPr txBox="1"/>
          <p:nvPr>
            <p:ph idx="12" type="sldNum"/>
          </p:nvPr>
        </p:nvSpPr>
        <p:spPr>
          <a:xfrm>
            <a:off x="4497181" y="4762500"/>
            <a:ext cx="1524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88" name="Google Shape;188;p38"/>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192" name="Shape 192"/>
        <p:cNvGrpSpPr/>
        <p:nvPr/>
      </p:nvGrpSpPr>
      <p:grpSpPr>
        <a:xfrm>
          <a:off x="0" y="0"/>
          <a:ext cx="0" cy="0"/>
          <a:chOff x="0" y="0"/>
          <a:chExt cx="0" cy="0"/>
        </a:xfrm>
      </p:grpSpPr>
      <p:sp>
        <p:nvSpPr>
          <p:cNvPr id="193" name="Google Shape;193;p39"/>
          <p:cNvSpPr txBox="1"/>
          <p:nvPr/>
        </p:nvSpPr>
        <p:spPr>
          <a:xfrm>
            <a:off x="428625" y="242887"/>
            <a:ext cx="8701200" cy="35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Why MCP Matter</a:t>
            </a:r>
            <a:r>
              <a:rPr b="1" lang="en" sz="2300">
                <a:latin typeface="Arial Rounded"/>
                <a:ea typeface="Arial Rounded"/>
                <a:cs typeface="Arial Rounded"/>
                <a:sym typeface="Arial Rounded"/>
              </a:rPr>
              <a:t>s</a:t>
            </a:r>
            <a:endParaRPr sz="500"/>
          </a:p>
        </p:txBody>
      </p:sp>
      <p:sp>
        <p:nvSpPr>
          <p:cNvPr id="194" name="Google Shape;194;p39"/>
          <p:cNvSpPr txBox="1"/>
          <p:nvPr>
            <p:ph idx="12" type="sldNum"/>
          </p:nvPr>
        </p:nvSpPr>
        <p:spPr>
          <a:xfrm>
            <a:off x="4524041" y="4762500"/>
            <a:ext cx="98775"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195" name="Google Shape;195;p39"/>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
        <p:nvSpPr>
          <p:cNvPr id="196" name="Google Shape;196;p39"/>
          <p:cNvSpPr txBox="1"/>
          <p:nvPr/>
        </p:nvSpPr>
        <p:spPr>
          <a:xfrm>
            <a:off x="428625" y="992225"/>
            <a:ext cx="6661800" cy="3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lang="en" sz="1700">
                <a:solidFill>
                  <a:srgbClr val="3E3E3E"/>
                </a:solidFill>
              </a:rPr>
              <a:t>For developers: It makes building and connecting AI apps much easier and faster.</a:t>
            </a:r>
            <a:br>
              <a:rPr lang="en" sz="1700">
                <a:solidFill>
                  <a:srgbClr val="3E3E3E"/>
                </a:solidFill>
              </a:rPr>
            </a:br>
            <a:endParaRPr sz="1700">
              <a:solidFill>
                <a:srgbClr val="3E3E3E"/>
              </a:solidFill>
            </a:endParaRPr>
          </a:p>
          <a:p>
            <a:pPr indent="0" lvl="0" marL="0" marR="0" rtl="0" algn="l">
              <a:lnSpc>
                <a:spcPct val="115000"/>
              </a:lnSpc>
              <a:spcBef>
                <a:spcPts val="1400"/>
              </a:spcBef>
              <a:spcAft>
                <a:spcPts val="0"/>
              </a:spcAft>
              <a:buClr>
                <a:schemeClr val="dk1"/>
              </a:buClr>
              <a:buSzPts val="1100"/>
              <a:buFont typeface="Arial"/>
              <a:buNone/>
            </a:pPr>
            <a:r>
              <a:rPr lang="en" sz="1700">
                <a:solidFill>
                  <a:srgbClr val="3E3E3E"/>
                </a:solidFill>
              </a:rPr>
              <a:t>For AI apps/agents: It gives them a big toolbox of data and services they can use to work better.</a:t>
            </a:r>
            <a:br>
              <a:rPr lang="en" sz="1700">
                <a:solidFill>
                  <a:srgbClr val="3E3E3E"/>
                </a:solidFill>
              </a:rPr>
            </a:br>
            <a:endParaRPr sz="1700">
              <a:solidFill>
                <a:srgbClr val="3E3E3E"/>
              </a:solidFill>
            </a:endParaRPr>
          </a:p>
          <a:p>
            <a:pPr indent="0" lvl="0" marL="0" marR="0" rtl="0" algn="l">
              <a:lnSpc>
                <a:spcPct val="115000"/>
              </a:lnSpc>
              <a:spcBef>
                <a:spcPts val="1400"/>
              </a:spcBef>
              <a:spcAft>
                <a:spcPts val="0"/>
              </a:spcAft>
              <a:buClr>
                <a:schemeClr val="dk1"/>
              </a:buClr>
              <a:buSzPts val="1100"/>
              <a:buFont typeface="Arial"/>
              <a:buNone/>
            </a:pPr>
            <a:r>
              <a:rPr lang="en" sz="1700">
                <a:solidFill>
                  <a:srgbClr val="3E3E3E"/>
                </a:solidFill>
              </a:rPr>
              <a:t>For end-users: It leads to smarter AI that can safely use your data and perform tasks for you when needed.</a:t>
            </a:r>
            <a:endParaRPr sz="1700">
              <a:solidFill>
                <a:srgbClr val="3E3E3E"/>
              </a:solidFill>
            </a:endParaRPr>
          </a:p>
          <a:p>
            <a:pPr indent="0" lvl="0" marL="0" marR="0" rtl="0" algn="l">
              <a:lnSpc>
                <a:spcPct val="115000"/>
              </a:lnSpc>
              <a:spcBef>
                <a:spcPts val="1400"/>
              </a:spcBef>
              <a:spcAft>
                <a:spcPts val="1400"/>
              </a:spcAft>
              <a:buClr>
                <a:schemeClr val="dk1"/>
              </a:buClr>
              <a:buSzPts val="1100"/>
              <a:buFont typeface="Arial"/>
              <a:buNone/>
            </a:pPr>
            <a:r>
              <a:t/>
            </a:r>
            <a:endParaRPr sz="1700">
              <a:solidFill>
                <a:srgbClr val="3E3E3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00" name="Shape 200"/>
        <p:cNvGrpSpPr/>
        <p:nvPr/>
      </p:nvGrpSpPr>
      <p:grpSpPr>
        <a:xfrm>
          <a:off x="0" y="0"/>
          <a:ext cx="0" cy="0"/>
          <a:chOff x="0" y="0"/>
          <a:chExt cx="0" cy="0"/>
        </a:xfrm>
      </p:grpSpPr>
      <p:sp>
        <p:nvSpPr>
          <p:cNvPr id="201" name="Google Shape;201;p40"/>
          <p:cNvSpPr txBox="1"/>
          <p:nvPr/>
        </p:nvSpPr>
        <p:spPr>
          <a:xfrm>
            <a:off x="2501775" y="1585122"/>
            <a:ext cx="4140451" cy="1687716"/>
          </a:xfrm>
          <a:prstGeom prst="rect">
            <a:avLst/>
          </a:prstGeom>
          <a:noFill/>
          <a:ln>
            <a:noFill/>
          </a:ln>
        </p:spPr>
        <p:txBody>
          <a:bodyPr anchorCtr="0" anchor="ctr" bIns="19050" lIns="19050" spcFirstLastPara="1" rIns="19050" wrap="square" tIns="19050">
            <a:spAutoFit/>
          </a:bodyPr>
          <a:lstStyle/>
          <a:p>
            <a:pPr indent="0" lvl="0" marL="0" marR="0" rtl="0" algn="ctr">
              <a:lnSpc>
                <a:spcPct val="80000"/>
              </a:lnSpc>
              <a:spcBef>
                <a:spcPts val="0"/>
              </a:spcBef>
              <a:spcAft>
                <a:spcPts val="0"/>
              </a:spcAft>
              <a:buClr>
                <a:srgbClr val="000000"/>
              </a:buClr>
              <a:buSzPts val="4800"/>
              <a:buFont typeface="Arial"/>
              <a:buNone/>
            </a:pPr>
            <a:r>
              <a:rPr b="0" i="0" lang="en" sz="4800" u="none" cap="none" strike="noStrike">
                <a:solidFill>
                  <a:srgbClr val="000000"/>
                </a:solidFill>
                <a:latin typeface="Arial"/>
                <a:ea typeface="Arial"/>
                <a:cs typeface="Arial"/>
                <a:sym typeface="Arial"/>
              </a:rPr>
              <a:t>Core Architecture</a:t>
            </a:r>
            <a:endParaRPr sz="500"/>
          </a:p>
        </p:txBody>
      </p:sp>
      <p:sp>
        <p:nvSpPr>
          <p:cNvPr id="202" name="Google Shape;202;p40"/>
          <p:cNvSpPr txBox="1"/>
          <p:nvPr>
            <p:ph idx="12" type="sldNum"/>
          </p:nvPr>
        </p:nvSpPr>
        <p:spPr>
          <a:xfrm>
            <a:off x="4522517" y="4762500"/>
            <a:ext cx="101823"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203" name="Google Shape;203;p40"/>
          <p:cNvPicPr preferRelativeResize="0"/>
          <p:nvPr/>
        </p:nvPicPr>
        <p:blipFill rotWithShape="1">
          <a:blip r:embed="rId3">
            <a:alphaModFix/>
          </a:blip>
          <a:srcRect b="0" l="0" r="0" t="0"/>
          <a:stretch/>
        </p:blipFill>
        <p:spPr>
          <a:xfrm>
            <a:off x="8254773" y="4120389"/>
            <a:ext cx="683802" cy="86088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07" name="Shape 207"/>
        <p:cNvGrpSpPr/>
        <p:nvPr/>
      </p:nvGrpSpPr>
      <p:grpSpPr>
        <a:xfrm>
          <a:off x="0" y="0"/>
          <a:ext cx="0" cy="0"/>
          <a:chOff x="0" y="0"/>
          <a:chExt cx="0" cy="0"/>
        </a:xfrm>
      </p:grpSpPr>
      <p:pic>
        <p:nvPicPr>
          <p:cNvPr descr="Google Shape;110;p20" id="208" name="Google Shape;208;p41"/>
          <p:cNvPicPr preferRelativeResize="0"/>
          <p:nvPr/>
        </p:nvPicPr>
        <p:blipFill rotWithShape="1">
          <a:blip r:embed="rId3">
            <a:alphaModFix/>
          </a:blip>
          <a:srcRect b="0" l="0" r="0" t="0"/>
          <a:stretch/>
        </p:blipFill>
        <p:spPr>
          <a:xfrm>
            <a:off x="428625" y="1868090"/>
            <a:ext cx="2571750" cy="2121694"/>
          </a:xfrm>
          <a:prstGeom prst="rect">
            <a:avLst/>
          </a:prstGeom>
          <a:noFill/>
          <a:ln>
            <a:noFill/>
          </a:ln>
        </p:spPr>
      </p:pic>
      <p:pic>
        <p:nvPicPr>
          <p:cNvPr descr="Google Shape;111;p20" id="209" name="Google Shape;209;p41"/>
          <p:cNvPicPr preferRelativeResize="0"/>
          <p:nvPr/>
        </p:nvPicPr>
        <p:blipFill rotWithShape="1">
          <a:blip r:embed="rId4">
            <a:alphaModFix/>
          </a:blip>
          <a:srcRect b="0" l="0" r="0" t="0"/>
          <a:stretch/>
        </p:blipFill>
        <p:spPr>
          <a:xfrm>
            <a:off x="3286125" y="1868090"/>
            <a:ext cx="2571750" cy="2121694"/>
          </a:xfrm>
          <a:prstGeom prst="rect">
            <a:avLst/>
          </a:prstGeom>
          <a:noFill/>
          <a:ln>
            <a:noFill/>
          </a:ln>
        </p:spPr>
      </p:pic>
      <p:pic>
        <p:nvPicPr>
          <p:cNvPr descr="Google Shape;112;p20" id="210" name="Google Shape;210;p41"/>
          <p:cNvPicPr preferRelativeResize="0"/>
          <p:nvPr/>
        </p:nvPicPr>
        <p:blipFill rotWithShape="1">
          <a:blip r:embed="rId5">
            <a:alphaModFix/>
          </a:blip>
          <a:srcRect b="0" l="0" r="0" t="0"/>
          <a:stretch/>
        </p:blipFill>
        <p:spPr>
          <a:xfrm>
            <a:off x="6143625" y="1868090"/>
            <a:ext cx="2571750" cy="2121694"/>
          </a:xfrm>
          <a:prstGeom prst="rect">
            <a:avLst/>
          </a:prstGeom>
          <a:noFill/>
          <a:ln>
            <a:noFill/>
          </a:ln>
        </p:spPr>
      </p:pic>
      <p:sp>
        <p:nvSpPr>
          <p:cNvPr id="211" name="Google Shape;211;p41"/>
          <p:cNvSpPr txBox="1"/>
          <p:nvPr/>
        </p:nvSpPr>
        <p:spPr>
          <a:xfrm>
            <a:off x="1350704" y="2515790"/>
            <a:ext cx="727650" cy="2190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200"/>
              <a:buFont typeface="Poppins"/>
              <a:buNone/>
            </a:pPr>
            <a:r>
              <a:rPr b="1" i="0" lang="en" sz="1200" u="none" cap="none" strike="noStrike">
                <a:solidFill>
                  <a:srgbClr val="1E293B"/>
                </a:solidFill>
                <a:latin typeface="Poppins"/>
                <a:ea typeface="Poppins"/>
                <a:cs typeface="Poppins"/>
                <a:sym typeface="Poppins"/>
              </a:rPr>
              <a:t>The Host</a:t>
            </a:r>
            <a:endParaRPr sz="500"/>
          </a:p>
        </p:txBody>
      </p:sp>
      <p:sp>
        <p:nvSpPr>
          <p:cNvPr id="212" name="Google Shape;212;p41"/>
          <p:cNvSpPr txBox="1"/>
          <p:nvPr/>
        </p:nvSpPr>
        <p:spPr>
          <a:xfrm>
            <a:off x="650081" y="2746772"/>
            <a:ext cx="2128950" cy="62865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1" i="0" lang="en" sz="1000" u="none" cap="none" strike="noStrike">
                <a:solidFill>
                  <a:srgbClr val="475569"/>
                </a:solidFill>
                <a:latin typeface="Lato"/>
                <a:ea typeface="Lato"/>
                <a:cs typeface="Lato"/>
                <a:sym typeface="Lato"/>
              </a:rPr>
              <a:t>The AI application (e.g., chat interface, IDE). Manages the user, the AI model, and security.</a:t>
            </a:r>
            <a:endParaRPr sz="500"/>
          </a:p>
        </p:txBody>
      </p:sp>
      <p:sp>
        <p:nvSpPr>
          <p:cNvPr id="213" name="Google Shape;213;p41"/>
          <p:cNvSpPr txBox="1"/>
          <p:nvPr/>
        </p:nvSpPr>
        <p:spPr>
          <a:xfrm>
            <a:off x="4148197" y="2515790"/>
            <a:ext cx="847575" cy="2190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200"/>
              <a:buFont typeface="Poppins"/>
              <a:buNone/>
            </a:pPr>
            <a:r>
              <a:rPr b="1" i="0" lang="en" sz="1200" u="none" cap="none" strike="noStrike">
                <a:solidFill>
                  <a:srgbClr val="1E293B"/>
                </a:solidFill>
                <a:latin typeface="Poppins"/>
                <a:ea typeface="Poppins"/>
                <a:cs typeface="Poppins"/>
                <a:sym typeface="Poppins"/>
              </a:rPr>
              <a:t>The Client</a:t>
            </a:r>
            <a:endParaRPr sz="500"/>
          </a:p>
        </p:txBody>
      </p:sp>
      <p:sp>
        <p:nvSpPr>
          <p:cNvPr id="214" name="Google Shape;214;p41"/>
          <p:cNvSpPr txBox="1"/>
          <p:nvPr/>
        </p:nvSpPr>
        <p:spPr>
          <a:xfrm>
            <a:off x="3507581" y="2746772"/>
            <a:ext cx="2128950" cy="62865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1" i="0" lang="en" sz="1000" u="none" cap="none" strike="noStrike">
                <a:solidFill>
                  <a:srgbClr val="475569"/>
                </a:solidFill>
                <a:latin typeface="Lato"/>
                <a:ea typeface="Lato"/>
                <a:cs typeface="Lato"/>
                <a:sym typeface="Lato"/>
              </a:rPr>
              <a:t>The middleware library *inside* the Host. Manages server connections and translates data.</a:t>
            </a:r>
            <a:endParaRPr sz="500"/>
          </a:p>
        </p:txBody>
      </p:sp>
      <p:sp>
        <p:nvSpPr>
          <p:cNvPr id="215" name="Google Shape;215;p41"/>
          <p:cNvSpPr txBox="1"/>
          <p:nvPr/>
        </p:nvSpPr>
        <p:spPr>
          <a:xfrm>
            <a:off x="6990694" y="2515790"/>
            <a:ext cx="877500" cy="2190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200"/>
              <a:buFont typeface="Poppins"/>
              <a:buNone/>
            </a:pPr>
            <a:r>
              <a:rPr b="1" i="0" lang="en" sz="1200" u="none" cap="none" strike="noStrike">
                <a:solidFill>
                  <a:srgbClr val="1E293B"/>
                </a:solidFill>
                <a:latin typeface="Poppins"/>
                <a:ea typeface="Poppins"/>
                <a:cs typeface="Poppins"/>
                <a:sym typeface="Poppins"/>
              </a:rPr>
              <a:t>The Server</a:t>
            </a:r>
            <a:endParaRPr sz="500"/>
          </a:p>
        </p:txBody>
      </p:sp>
      <p:sp>
        <p:nvSpPr>
          <p:cNvPr id="216" name="Google Shape;216;p41"/>
          <p:cNvSpPr txBox="1"/>
          <p:nvPr/>
        </p:nvSpPr>
        <p:spPr>
          <a:xfrm>
            <a:off x="6365081" y="2746772"/>
            <a:ext cx="2128950" cy="62865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1" i="0" lang="en" sz="1000" u="none" cap="none" strike="noStrike">
                <a:solidFill>
                  <a:srgbClr val="475569"/>
                </a:solidFill>
                <a:latin typeface="Lato"/>
                <a:ea typeface="Lato"/>
                <a:cs typeface="Lato"/>
                <a:sym typeface="Lato"/>
              </a:rPr>
              <a:t>The external tool or data source (e.g., GitHub, database). Exposes capabilities via the MCP API.</a:t>
            </a:r>
            <a:endParaRPr sz="500"/>
          </a:p>
        </p:txBody>
      </p:sp>
      <p:pic>
        <p:nvPicPr>
          <p:cNvPr descr="Google Shape;119;p20" id="217" name="Google Shape;217;p41"/>
          <p:cNvPicPr preferRelativeResize="0"/>
          <p:nvPr/>
        </p:nvPicPr>
        <p:blipFill rotWithShape="1">
          <a:blip r:embed="rId6">
            <a:alphaModFix/>
          </a:blip>
          <a:srcRect b="0" l="0" r="0" t="0"/>
          <a:stretch/>
        </p:blipFill>
        <p:spPr>
          <a:xfrm>
            <a:off x="1521619" y="2103834"/>
            <a:ext cx="385763" cy="342900"/>
          </a:xfrm>
          <a:prstGeom prst="rect">
            <a:avLst/>
          </a:prstGeom>
          <a:noFill/>
          <a:ln>
            <a:noFill/>
          </a:ln>
        </p:spPr>
      </p:pic>
      <p:pic>
        <p:nvPicPr>
          <p:cNvPr descr="Google Shape;120;p20" id="218" name="Google Shape;218;p41"/>
          <p:cNvPicPr preferRelativeResize="0"/>
          <p:nvPr/>
        </p:nvPicPr>
        <p:blipFill rotWithShape="1">
          <a:blip r:embed="rId7">
            <a:alphaModFix/>
          </a:blip>
          <a:srcRect b="0" l="0" r="0" t="0"/>
          <a:stretch/>
        </p:blipFill>
        <p:spPr>
          <a:xfrm>
            <a:off x="4357688" y="2103834"/>
            <a:ext cx="428625" cy="342900"/>
          </a:xfrm>
          <a:prstGeom prst="rect">
            <a:avLst/>
          </a:prstGeom>
          <a:noFill/>
          <a:ln>
            <a:noFill/>
          </a:ln>
        </p:spPr>
      </p:pic>
      <p:pic>
        <p:nvPicPr>
          <p:cNvPr descr="Google Shape;121;p20" id="219" name="Google Shape;219;p41"/>
          <p:cNvPicPr preferRelativeResize="0"/>
          <p:nvPr/>
        </p:nvPicPr>
        <p:blipFill rotWithShape="1">
          <a:blip r:embed="rId8">
            <a:alphaModFix/>
          </a:blip>
          <a:srcRect b="0" l="0" r="0" t="0"/>
          <a:stretch/>
        </p:blipFill>
        <p:spPr>
          <a:xfrm>
            <a:off x="7258050" y="2103834"/>
            <a:ext cx="342900" cy="342900"/>
          </a:xfrm>
          <a:prstGeom prst="rect">
            <a:avLst/>
          </a:prstGeom>
          <a:noFill/>
          <a:ln>
            <a:noFill/>
          </a:ln>
        </p:spPr>
      </p:pic>
      <p:sp>
        <p:nvSpPr>
          <p:cNvPr id="220" name="Google Shape;220;p41"/>
          <p:cNvSpPr txBox="1"/>
          <p:nvPr/>
        </p:nvSpPr>
        <p:spPr>
          <a:xfrm>
            <a:off x="428625" y="242887"/>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The Three Core Components</a:t>
            </a:r>
            <a:endParaRPr sz="500"/>
          </a:p>
        </p:txBody>
      </p:sp>
      <p:sp>
        <p:nvSpPr>
          <p:cNvPr id="221" name="Google Shape;221;p41"/>
          <p:cNvSpPr txBox="1"/>
          <p:nvPr>
            <p:ph idx="12" type="sldNum"/>
          </p:nvPr>
        </p:nvSpPr>
        <p:spPr>
          <a:xfrm>
            <a:off x="4526994" y="4762500"/>
            <a:ext cx="92869"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222" name="Google Shape;222;p41"/>
          <p:cNvPicPr preferRelativeResize="0"/>
          <p:nvPr/>
        </p:nvPicPr>
        <p:blipFill rotWithShape="1">
          <a:blip r:embed="rId9">
            <a:alphaModFix/>
          </a:blip>
          <a:srcRect b="0" l="0" r="0" t="0"/>
          <a:stretch/>
        </p:blipFill>
        <p:spPr>
          <a:xfrm>
            <a:off x="8254773" y="4120389"/>
            <a:ext cx="683802" cy="86088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26" name="Shape 226"/>
        <p:cNvGrpSpPr/>
        <p:nvPr/>
      </p:nvGrpSpPr>
      <p:grpSpPr>
        <a:xfrm>
          <a:off x="0" y="0"/>
          <a:ext cx="0" cy="0"/>
          <a:chOff x="0" y="0"/>
          <a:chExt cx="0" cy="0"/>
        </a:xfrm>
      </p:grpSpPr>
      <p:sp>
        <p:nvSpPr>
          <p:cNvPr id="227" name="Google Shape;227;p42"/>
          <p:cNvSpPr txBox="1"/>
          <p:nvPr/>
        </p:nvSpPr>
        <p:spPr>
          <a:xfrm>
            <a:off x="708901" y="1355726"/>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Owner of the User:</a:t>
            </a:r>
            <a:r>
              <a:rPr b="0" i="0" lang="en" u="none" cap="none" strike="noStrike">
                <a:solidFill>
                  <a:srgbClr val="475569"/>
                </a:solidFill>
                <a:latin typeface="Lato"/>
                <a:ea typeface="Lato"/>
                <a:cs typeface="Lato"/>
                <a:sym typeface="Lato"/>
              </a:rPr>
              <a:t> The Host is the user-facing application that the user trusts and interacts with.</a:t>
            </a:r>
            <a:endParaRPr sz="900"/>
          </a:p>
        </p:txBody>
      </p:sp>
      <p:sp>
        <p:nvSpPr>
          <p:cNvPr id="228" name="Google Shape;228;p42"/>
          <p:cNvSpPr txBox="1"/>
          <p:nvPr/>
        </p:nvSpPr>
        <p:spPr>
          <a:xfrm>
            <a:off x="714376" y="2093256"/>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Owner of the AI Model:</a:t>
            </a:r>
            <a:r>
              <a:rPr b="0" i="0" lang="en" u="none" cap="none" strike="noStrike">
                <a:solidFill>
                  <a:srgbClr val="475569"/>
                </a:solidFill>
                <a:latin typeface="Lato"/>
                <a:ea typeface="Lato"/>
                <a:cs typeface="Lato"/>
                <a:sym typeface="Lato"/>
              </a:rPr>
              <a:t> The Host manages the LLM, including its context window and when to trigger tool use.</a:t>
            </a:r>
            <a:endParaRPr sz="900"/>
          </a:p>
        </p:txBody>
      </p:sp>
      <p:sp>
        <p:nvSpPr>
          <p:cNvPr id="229" name="Google Shape;229;p42"/>
          <p:cNvSpPr txBox="1"/>
          <p:nvPr/>
        </p:nvSpPr>
        <p:spPr>
          <a:xfrm>
            <a:off x="703651" y="2843586"/>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Owner of Security:</a:t>
            </a:r>
            <a:r>
              <a:rPr b="0" i="0" lang="en" u="none" cap="none" strike="noStrike">
                <a:solidFill>
                  <a:srgbClr val="475569"/>
                </a:solidFill>
                <a:latin typeface="Lato"/>
                <a:ea typeface="Lato"/>
                <a:cs typeface="Lato"/>
                <a:sym typeface="Lato"/>
              </a:rPr>
              <a:t> The Host is the primary security gatekeeper. It decides *which* servers to connect to and *which* capabilities to expose to the AI.</a:t>
            </a:r>
            <a:endParaRPr sz="900"/>
          </a:p>
        </p:txBody>
      </p:sp>
      <p:pic>
        <p:nvPicPr>
          <p:cNvPr descr="Google Shape;137;p22" id="230" name="Google Shape;230;p42"/>
          <p:cNvPicPr preferRelativeResize="0"/>
          <p:nvPr/>
        </p:nvPicPr>
        <p:blipFill rotWithShape="1">
          <a:blip r:embed="rId3">
            <a:alphaModFix/>
          </a:blip>
          <a:srcRect b="0" l="0" r="0" t="0"/>
          <a:stretch/>
        </p:blipFill>
        <p:spPr>
          <a:xfrm>
            <a:off x="396470" y="1500795"/>
            <a:ext cx="214313" cy="171450"/>
          </a:xfrm>
          <a:prstGeom prst="rect">
            <a:avLst/>
          </a:prstGeom>
          <a:noFill/>
          <a:ln>
            <a:noFill/>
          </a:ln>
        </p:spPr>
      </p:pic>
      <p:pic>
        <p:nvPicPr>
          <p:cNvPr descr="Google Shape;138;p22" id="231" name="Google Shape;231;p42"/>
          <p:cNvPicPr preferRelativeResize="0"/>
          <p:nvPr/>
        </p:nvPicPr>
        <p:blipFill rotWithShape="1">
          <a:blip r:embed="rId4">
            <a:alphaModFix/>
          </a:blip>
          <a:srcRect b="0" l="0" r="0" t="0"/>
          <a:stretch/>
        </p:blipFill>
        <p:spPr>
          <a:xfrm>
            <a:off x="417901" y="2188539"/>
            <a:ext cx="171450" cy="171450"/>
          </a:xfrm>
          <a:prstGeom prst="rect">
            <a:avLst/>
          </a:prstGeom>
          <a:noFill/>
          <a:ln>
            <a:noFill/>
          </a:ln>
        </p:spPr>
      </p:pic>
      <p:pic>
        <p:nvPicPr>
          <p:cNvPr descr="Google Shape;139;p22" id="232" name="Google Shape;232;p42"/>
          <p:cNvPicPr preferRelativeResize="0"/>
          <p:nvPr/>
        </p:nvPicPr>
        <p:blipFill rotWithShape="1">
          <a:blip r:embed="rId5">
            <a:alphaModFix/>
          </a:blip>
          <a:srcRect b="0" l="0" r="0" t="0"/>
          <a:stretch/>
        </p:blipFill>
        <p:spPr>
          <a:xfrm>
            <a:off x="428617" y="2876308"/>
            <a:ext cx="150019" cy="171450"/>
          </a:xfrm>
          <a:prstGeom prst="rect">
            <a:avLst/>
          </a:prstGeom>
          <a:noFill/>
          <a:ln>
            <a:noFill/>
          </a:ln>
        </p:spPr>
      </p:pic>
      <p:sp>
        <p:nvSpPr>
          <p:cNvPr id="233" name="Google Shape;233;p42"/>
          <p:cNvSpPr txBox="1"/>
          <p:nvPr/>
        </p:nvSpPr>
        <p:spPr>
          <a:xfrm>
            <a:off x="428625" y="242887"/>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The Host (AI Application)</a:t>
            </a:r>
            <a:endParaRPr sz="500"/>
          </a:p>
        </p:txBody>
      </p:sp>
      <p:sp>
        <p:nvSpPr>
          <p:cNvPr id="234" name="Google Shape;234;p42"/>
          <p:cNvSpPr txBox="1"/>
          <p:nvPr>
            <p:ph idx="12" type="sldNum"/>
          </p:nvPr>
        </p:nvSpPr>
        <p:spPr>
          <a:xfrm>
            <a:off x="4522470" y="4762500"/>
            <a:ext cx="101918"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235" name="Google Shape;235;p42"/>
          <p:cNvPicPr preferRelativeResize="0"/>
          <p:nvPr/>
        </p:nvPicPr>
        <p:blipFill rotWithShape="1">
          <a:blip r:embed="rId6">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39" name="Shape 239"/>
        <p:cNvGrpSpPr/>
        <p:nvPr/>
      </p:nvGrpSpPr>
      <p:grpSpPr>
        <a:xfrm>
          <a:off x="0" y="0"/>
          <a:ext cx="0" cy="0"/>
          <a:chOff x="0" y="0"/>
          <a:chExt cx="0" cy="0"/>
        </a:xfrm>
      </p:grpSpPr>
      <p:sp>
        <p:nvSpPr>
          <p:cNvPr id="240" name="Google Shape;240;p43"/>
          <p:cNvSpPr txBox="1"/>
          <p:nvPr/>
        </p:nvSpPr>
        <p:spPr>
          <a:xfrm>
            <a:off x="717884" y="1298001"/>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Connection Manager:</a:t>
            </a:r>
            <a:r>
              <a:rPr b="0" i="0" lang="en" u="none" cap="none" strike="noStrike">
                <a:solidFill>
                  <a:srgbClr val="475569"/>
                </a:solidFill>
                <a:latin typeface="Lato"/>
                <a:ea typeface="Lato"/>
                <a:cs typeface="Lato"/>
                <a:sym typeface="Lato"/>
              </a:rPr>
              <a:t> Establishes and maintains connections to one or more MCP Servers (local or remote).</a:t>
            </a:r>
            <a:endParaRPr sz="900"/>
          </a:p>
        </p:txBody>
      </p:sp>
      <p:sp>
        <p:nvSpPr>
          <p:cNvPr id="241" name="Google Shape;241;p43"/>
          <p:cNvSpPr txBox="1"/>
          <p:nvPr/>
        </p:nvSpPr>
        <p:spPr>
          <a:xfrm>
            <a:off x="735809" y="1973279"/>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Context Translator:</a:t>
            </a:r>
            <a:r>
              <a:rPr b="0" i="0" lang="en" u="none" cap="none" strike="noStrike">
                <a:solidFill>
                  <a:srgbClr val="475569"/>
                </a:solidFill>
                <a:latin typeface="Lato"/>
                <a:ea typeface="Lato"/>
                <a:cs typeface="Lato"/>
                <a:sym typeface="Lato"/>
              </a:rPr>
              <a:t> Converts structured JSON data from servers into natural language text for the LLM's context window.</a:t>
            </a:r>
            <a:endParaRPr sz="900"/>
          </a:p>
        </p:txBody>
      </p:sp>
      <p:sp>
        <p:nvSpPr>
          <p:cNvPr id="242" name="Google Shape;242;p43"/>
          <p:cNvSpPr txBox="1"/>
          <p:nvPr/>
        </p:nvSpPr>
        <p:spPr>
          <a:xfrm>
            <a:off x="714384" y="2862864"/>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Request Dispatcher:</a:t>
            </a:r>
            <a:r>
              <a:rPr b="0" i="0" lang="en" u="none" cap="none" strike="noStrike">
                <a:solidFill>
                  <a:srgbClr val="475569"/>
                </a:solidFill>
                <a:latin typeface="Lato"/>
                <a:ea typeface="Lato"/>
                <a:cs typeface="Lato"/>
                <a:sym typeface="Lato"/>
              </a:rPr>
              <a:t> When the AI decides to call a tool, the Client routes the request to the correct server.</a:t>
            </a:r>
            <a:endParaRPr sz="900"/>
          </a:p>
        </p:txBody>
      </p:sp>
      <p:pic>
        <p:nvPicPr>
          <p:cNvPr descr="Google Shape;148;p23" id="243" name="Google Shape;243;p43"/>
          <p:cNvPicPr preferRelativeResize="0"/>
          <p:nvPr/>
        </p:nvPicPr>
        <p:blipFill rotWithShape="1">
          <a:blip r:embed="rId3">
            <a:alphaModFix/>
          </a:blip>
          <a:srcRect b="0" l="0" r="0" t="0"/>
          <a:stretch/>
        </p:blipFill>
        <p:spPr>
          <a:xfrm>
            <a:off x="458828" y="1312162"/>
            <a:ext cx="118062" cy="157416"/>
          </a:xfrm>
          <a:prstGeom prst="rect">
            <a:avLst/>
          </a:prstGeom>
          <a:noFill/>
          <a:ln>
            <a:noFill/>
          </a:ln>
        </p:spPr>
      </p:pic>
      <p:pic>
        <p:nvPicPr>
          <p:cNvPr descr="Google Shape;149;p23" id="244" name="Google Shape;244;p43"/>
          <p:cNvPicPr preferRelativeResize="0"/>
          <p:nvPr/>
        </p:nvPicPr>
        <p:blipFill rotWithShape="1">
          <a:blip r:embed="rId4">
            <a:alphaModFix/>
          </a:blip>
          <a:srcRect b="0" l="0" r="0" t="0"/>
          <a:stretch/>
        </p:blipFill>
        <p:spPr>
          <a:xfrm>
            <a:off x="428627" y="2006001"/>
            <a:ext cx="214313" cy="171450"/>
          </a:xfrm>
          <a:prstGeom prst="rect">
            <a:avLst/>
          </a:prstGeom>
          <a:noFill/>
          <a:ln>
            <a:noFill/>
          </a:ln>
        </p:spPr>
      </p:pic>
      <p:pic>
        <p:nvPicPr>
          <p:cNvPr descr="Google Shape;150;p23" id="245" name="Google Shape;245;p43"/>
          <p:cNvPicPr preferRelativeResize="0"/>
          <p:nvPr/>
        </p:nvPicPr>
        <p:blipFill rotWithShape="1">
          <a:blip r:embed="rId5">
            <a:alphaModFix/>
          </a:blip>
          <a:srcRect b="0" l="0" r="0" t="0"/>
          <a:stretch/>
        </p:blipFill>
        <p:spPr>
          <a:xfrm>
            <a:off x="428634" y="2870007"/>
            <a:ext cx="171450" cy="171450"/>
          </a:xfrm>
          <a:prstGeom prst="rect">
            <a:avLst/>
          </a:prstGeom>
          <a:noFill/>
          <a:ln>
            <a:noFill/>
          </a:ln>
        </p:spPr>
      </p:pic>
      <p:sp>
        <p:nvSpPr>
          <p:cNvPr id="246" name="Google Shape;246;p43"/>
          <p:cNvSpPr txBox="1"/>
          <p:nvPr/>
        </p:nvSpPr>
        <p:spPr>
          <a:xfrm>
            <a:off x="428625" y="242888"/>
            <a:ext cx="8701200" cy="35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The Clien</a:t>
            </a:r>
            <a:r>
              <a:rPr b="1" lang="en" sz="2300">
                <a:latin typeface="Arial Rounded"/>
                <a:ea typeface="Arial Rounded"/>
                <a:cs typeface="Arial Rounded"/>
                <a:sym typeface="Arial Rounded"/>
              </a:rPr>
              <a:t>t</a:t>
            </a:r>
            <a:endParaRPr sz="500"/>
          </a:p>
        </p:txBody>
      </p:sp>
      <p:sp>
        <p:nvSpPr>
          <p:cNvPr id="247" name="Google Shape;247;p43"/>
          <p:cNvSpPr txBox="1"/>
          <p:nvPr>
            <p:ph idx="12" type="sldNum"/>
          </p:nvPr>
        </p:nvSpPr>
        <p:spPr>
          <a:xfrm>
            <a:off x="4500562" y="4762500"/>
            <a:ext cx="145733"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248" name="Google Shape;248;p43"/>
          <p:cNvPicPr preferRelativeResize="0"/>
          <p:nvPr/>
        </p:nvPicPr>
        <p:blipFill rotWithShape="1">
          <a:blip r:embed="rId6">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52" name="Shape 252"/>
        <p:cNvGrpSpPr/>
        <p:nvPr/>
      </p:nvGrpSpPr>
      <p:grpSpPr>
        <a:xfrm>
          <a:off x="0" y="0"/>
          <a:ext cx="0" cy="0"/>
          <a:chOff x="0" y="0"/>
          <a:chExt cx="0" cy="0"/>
        </a:xfrm>
      </p:grpSpPr>
      <p:sp>
        <p:nvSpPr>
          <p:cNvPr id="253" name="Google Shape;253;p44"/>
          <p:cNvSpPr txBox="1"/>
          <p:nvPr/>
        </p:nvSpPr>
        <p:spPr>
          <a:xfrm>
            <a:off x="798724" y="1358091"/>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Exposes Capabilities:</a:t>
            </a:r>
            <a:r>
              <a:rPr b="0" i="0" lang="en" u="none" cap="none" strike="noStrike">
                <a:solidFill>
                  <a:srgbClr val="475569"/>
                </a:solidFill>
                <a:latin typeface="Lato"/>
                <a:ea typeface="Lato"/>
                <a:cs typeface="Lato"/>
                <a:sym typeface="Lato"/>
              </a:rPr>
              <a:t> The Server's job is to implement the MCP API to expose its specific functionalities.</a:t>
            </a:r>
            <a:endParaRPr sz="900"/>
          </a:p>
        </p:txBody>
      </p:sp>
      <p:sp>
        <p:nvSpPr>
          <p:cNvPr id="254" name="Google Shape;254;p44"/>
          <p:cNvSpPr txBox="1"/>
          <p:nvPr/>
        </p:nvSpPr>
        <p:spPr>
          <a:xfrm>
            <a:off x="777299" y="2037732"/>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Fulfills the Contract:</a:t>
            </a:r>
            <a:r>
              <a:rPr b="0" i="0" lang="en" u="none" cap="none" strike="noStrike">
                <a:solidFill>
                  <a:srgbClr val="475569"/>
                </a:solidFill>
                <a:latin typeface="Lato"/>
                <a:ea typeface="Lato"/>
                <a:cs typeface="Lato"/>
                <a:sym typeface="Lato"/>
              </a:rPr>
              <a:t> It doesn't know *which* Host or AI is calling it. It only knows how to speak the MCP language.</a:t>
            </a:r>
            <a:endParaRPr sz="900"/>
          </a:p>
        </p:txBody>
      </p:sp>
      <p:sp>
        <p:nvSpPr>
          <p:cNvPr id="255" name="Google Shape;255;p44"/>
          <p:cNvSpPr txBox="1"/>
          <p:nvPr/>
        </p:nvSpPr>
        <p:spPr>
          <a:xfrm>
            <a:off x="820149" y="2945994"/>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334155"/>
              </a:buClr>
              <a:buSzPts val="1000"/>
              <a:buFont typeface="Lato"/>
              <a:buNone/>
            </a:pPr>
            <a:r>
              <a:rPr b="1" i="0" lang="en" u="none" cap="none" strike="noStrike">
                <a:solidFill>
                  <a:srgbClr val="334155"/>
                </a:solidFill>
                <a:latin typeface="Lato"/>
                <a:ea typeface="Lato"/>
                <a:cs typeface="Lato"/>
                <a:sym typeface="Lato"/>
              </a:rPr>
              <a:t>Implements Business Logic:</a:t>
            </a:r>
            <a:r>
              <a:rPr b="0" i="0" lang="en" u="none" cap="none" strike="noStrike">
                <a:solidFill>
                  <a:srgbClr val="475569"/>
                </a:solidFill>
                <a:latin typeface="Lato"/>
                <a:ea typeface="Lato"/>
                <a:cs typeface="Lato"/>
                <a:sym typeface="Lato"/>
              </a:rPr>
              <a:t> This is where your actual tool logic lives (e.g., the code that *actually* calls the GitHub API).</a:t>
            </a:r>
            <a:endParaRPr sz="900"/>
          </a:p>
        </p:txBody>
      </p:sp>
      <p:pic>
        <p:nvPicPr>
          <p:cNvPr descr="Google Shape;159;p24" id="256" name="Google Shape;256;p44"/>
          <p:cNvPicPr preferRelativeResize="0"/>
          <p:nvPr/>
        </p:nvPicPr>
        <p:blipFill rotWithShape="1">
          <a:blip r:embed="rId3">
            <a:alphaModFix/>
          </a:blip>
          <a:srcRect b="0" l="0" r="0" t="0"/>
          <a:stretch/>
        </p:blipFill>
        <p:spPr>
          <a:xfrm>
            <a:off x="534406" y="1365234"/>
            <a:ext cx="171450" cy="171450"/>
          </a:xfrm>
          <a:prstGeom prst="rect">
            <a:avLst/>
          </a:prstGeom>
          <a:noFill/>
          <a:ln>
            <a:noFill/>
          </a:ln>
        </p:spPr>
      </p:pic>
      <p:pic>
        <p:nvPicPr>
          <p:cNvPr descr="Google Shape;160;p24" id="257" name="Google Shape;257;p44"/>
          <p:cNvPicPr preferRelativeResize="0"/>
          <p:nvPr/>
        </p:nvPicPr>
        <p:blipFill rotWithShape="1">
          <a:blip r:embed="rId4">
            <a:alphaModFix/>
          </a:blip>
          <a:srcRect b="0" l="0" r="0" t="0"/>
          <a:stretch/>
        </p:blipFill>
        <p:spPr>
          <a:xfrm>
            <a:off x="534412" y="2088419"/>
            <a:ext cx="128588" cy="171450"/>
          </a:xfrm>
          <a:prstGeom prst="rect">
            <a:avLst/>
          </a:prstGeom>
          <a:noFill/>
          <a:ln>
            <a:noFill/>
          </a:ln>
        </p:spPr>
      </p:pic>
      <p:pic>
        <p:nvPicPr>
          <p:cNvPr descr="Google Shape;161;p24" id="258" name="Google Shape;258;p44"/>
          <p:cNvPicPr preferRelativeResize="0"/>
          <p:nvPr/>
        </p:nvPicPr>
        <p:blipFill rotWithShape="1">
          <a:blip r:embed="rId5">
            <a:alphaModFix/>
          </a:blip>
          <a:srcRect b="0" l="0" r="0" t="0"/>
          <a:stretch/>
        </p:blipFill>
        <p:spPr>
          <a:xfrm>
            <a:off x="534400" y="2960752"/>
            <a:ext cx="214313" cy="171450"/>
          </a:xfrm>
          <a:prstGeom prst="rect">
            <a:avLst/>
          </a:prstGeom>
          <a:noFill/>
          <a:ln>
            <a:noFill/>
          </a:ln>
        </p:spPr>
      </p:pic>
      <p:sp>
        <p:nvSpPr>
          <p:cNvPr id="259" name="Google Shape;259;p44"/>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The Server</a:t>
            </a:r>
            <a:endParaRPr sz="500"/>
          </a:p>
        </p:txBody>
      </p:sp>
      <p:sp>
        <p:nvSpPr>
          <p:cNvPr id="260" name="Google Shape;260;p44"/>
          <p:cNvSpPr txBox="1"/>
          <p:nvPr>
            <p:ph idx="12" type="sldNum"/>
          </p:nvPr>
        </p:nvSpPr>
        <p:spPr>
          <a:xfrm>
            <a:off x="4513992" y="4762500"/>
            <a:ext cx="118872"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261" name="Google Shape;261;p44"/>
          <p:cNvPicPr preferRelativeResize="0"/>
          <p:nvPr/>
        </p:nvPicPr>
        <p:blipFill rotWithShape="1">
          <a:blip r:embed="rId6">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65" name="Shape 265"/>
        <p:cNvGrpSpPr/>
        <p:nvPr/>
      </p:nvGrpSpPr>
      <p:grpSpPr>
        <a:xfrm>
          <a:off x="0" y="0"/>
          <a:ext cx="0" cy="0"/>
          <a:chOff x="0" y="0"/>
          <a:chExt cx="0" cy="0"/>
        </a:xfrm>
      </p:grpSpPr>
      <p:sp>
        <p:nvSpPr>
          <p:cNvPr id="266" name="Google Shape;266;p45"/>
          <p:cNvSpPr txBox="1"/>
          <p:nvPr/>
        </p:nvSpPr>
        <p:spPr>
          <a:xfrm>
            <a:off x="2355525" y="2233596"/>
            <a:ext cx="4432951" cy="55245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3400"/>
              <a:buFont typeface="Poppins"/>
              <a:buNone/>
            </a:pPr>
            <a:r>
              <a:rPr b="1" i="0" lang="en" sz="3400" u="none" cap="none" strike="noStrike">
                <a:solidFill>
                  <a:srgbClr val="1E293B"/>
                </a:solidFill>
                <a:latin typeface="Poppins"/>
                <a:ea typeface="Poppins"/>
                <a:cs typeface="Poppins"/>
                <a:sym typeface="Poppins"/>
              </a:rPr>
              <a:t>Server Capabilities</a:t>
            </a:r>
            <a:endParaRPr sz="500"/>
          </a:p>
        </p:txBody>
      </p:sp>
      <p:sp>
        <p:nvSpPr>
          <p:cNvPr id="267" name="Google Shape;267;p45"/>
          <p:cNvSpPr txBox="1"/>
          <p:nvPr>
            <p:ph idx="12" type="sldNum"/>
          </p:nvPr>
        </p:nvSpPr>
        <p:spPr>
          <a:xfrm>
            <a:off x="4506611" y="4762500"/>
            <a:ext cx="133636"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268" name="Google Shape;268;p45"/>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72" name="Shape 272"/>
        <p:cNvGrpSpPr/>
        <p:nvPr/>
      </p:nvGrpSpPr>
      <p:grpSpPr>
        <a:xfrm>
          <a:off x="0" y="0"/>
          <a:ext cx="0" cy="0"/>
          <a:chOff x="0" y="0"/>
          <a:chExt cx="0" cy="0"/>
        </a:xfrm>
      </p:grpSpPr>
      <p:pic>
        <p:nvPicPr>
          <p:cNvPr descr="Google Shape;174;p26" id="273" name="Google Shape;273;p46"/>
          <p:cNvPicPr preferRelativeResize="0"/>
          <p:nvPr/>
        </p:nvPicPr>
        <p:blipFill rotWithShape="1">
          <a:blip r:embed="rId3">
            <a:alphaModFix/>
          </a:blip>
          <a:srcRect b="0" l="0" r="0" t="0"/>
          <a:stretch/>
        </p:blipFill>
        <p:spPr>
          <a:xfrm>
            <a:off x="428625" y="1665944"/>
            <a:ext cx="2571750" cy="2525986"/>
          </a:xfrm>
          <a:prstGeom prst="rect">
            <a:avLst/>
          </a:prstGeom>
          <a:noFill/>
          <a:ln>
            <a:noFill/>
          </a:ln>
        </p:spPr>
      </p:pic>
      <p:pic>
        <p:nvPicPr>
          <p:cNvPr descr="Google Shape;175;p26" id="274" name="Google Shape;274;p46"/>
          <p:cNvPicPr preferRelativeResize="0"/>
          <p:nvPr/>
        </p:nvPicPr>
        <p:blipFill rotWithShape="1">
          <a:blip r:embed="rId4">
            <a:alphaModFix/>
          </a:blip>
          <a:srcRect b="0" l="0" r="0" t="0"/>
          <a:stretch/>
        </p:blipFill>
        <p:spPr>
          <a:xfrm>
            <a:off x="3286125" y="1665944"/>
            <a:ext cx="2571750" cy="2525986"/>
          </a:xfrm>
          <a:prstGeom prst="rect">
            <a:avLst/>
          </a:prstGeom>
          <a:noFill/>
          <a:ln>
            <a:noFill/>
          </a:ln>
        </p:spPr>
      </p:pic>
      <p:pic>
        <p:nvPicPr>
          <p:cNvPr descr="Google Shape;176;p26" id="275" name="Google Shape;275;p46"/>
          <p:cNvPicPr preferRelativeResize="0"/>
          <p:nvPr/>
        </p:nvPicPr>
        <p:blipFill rotWithShape="1">
          <a:blip r:embed="rId5">
            <a:alphaModFix/>
          </a:blip>
          <a:srcRect b="0" l="0" r="0" t="0"/>
          <a:stretch/>
        </p:blipFill>
        <p:spPr>
          <a:xfrm>
            <a:off x="6143625" y="1665944"/>
            <a:ext cx="2571750" cy="2525986"/>
          </a:xfrm>
          <a:prstGeom prst="rect">
            <a:avLst/>
          </a:prstGeom>
          <a:noFill/>
          <a:ln>
            <a:noFill/>
          </a:ln>
        </p:spPr>
      </p:pic>
      <p:sp>
        <p:nvSpPr>
          <p:cNvPr id="276" name="Google Shape;276;p46"/>
          <p:cNvSpPr txBox="1"/>
          <p:nvPr/>
        </p:nvSpPr>
        <p:spPr>
          <a:xfrm>
            <a:off x="1500726" y="2313649"/>
            <a:ext cx="525300" cy="2046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200"/>
              <a:buFont typeface="Poppins"/>
              <a:buNone/>
            </a:pPr>
            <a:r>
              <a:rPr b="0" i="0" lang="en" sz="1200" u="none" cap="none" strike="noStrike">
                <a:solidFill>
                  <a:srgbClr val="1E293B"/>
                </a:solidFill>
                <a:latin typeface="Poppins"/>
                <a:ea typeface="Poppins"/>
                <a:cs typeface="Poppins"/>
                <a:sym typeface="Poppins"/>
              </a:rPr>
              <a:t>Tools</a:t>
            </a:r>
            <a:endParaRPr sz="500"/>
          </a:p>
        </p:txBody>
      </p:sp>
      <p:sp>
        <p:nvSpPr>
          <p:cNvPr id="277" name="Google Shape;277;p46"/>
          <p:cNvSpPr txBox="1"/>
          <p:nvPr/>
        </p:nvSpPr>
        <p:spPr>
          <a:xfrm>
            <a:off x="650025" y="2674548"/>
            <a:ext cx="2128950" cy="850107"/>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Model-driven functions for *taking action* (e.g., github/create-issue, db/insert). The AI decides when to call these.</a:t>
            </a:r>
            <a:endParaRPr sz="500"/>
          </a:p>
        </p:txBody>
      </p:sp>
      <p:sp>
        <p:nvSpPr>
          <p:cNvPr id="278" name="Google Shape;278;p46"/>
          <p:cNvSpPr txBox="1"/>
          <p:nvPr/>
        </p:nvSpPr>
        <p:spPr>
          <a:xfrm>
            <a:off x="4144446" y="2313644"/>
            <a:ext cx="855000" cy="2190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200"/>
              <a:buFont typeface="Poppins"/>
              <a:buNone/>
            </a:pPr>
            <a:r>
              <a:rPr b="0" i="0" lang="en" sz="1200" u="none" cap="none" strike="noStrike">
                <a:solidFill>
                  <a:srgbClr val="1E293B"/>
                </a:solidFill>
                <a:latin typeface="Poppins"/>
                <a:ea typeface="Poppins"/>
                <a:cs typeface="Poppins"/>
                <a:sym typeface="Poppins"/>
              </a:rPr>
              <a:t>Resources</a:t>
            </a:r>
            <a:endParaRPr sz="500"/>
          </a:p>
        </p:txBody>
      </p:sp>
      <p:sp>
        <p:nvSpPr>
          <p:cNvPr id="279" name="Google Shape;279;p46"/>
          <p:cNvSpPr txBox="1"/>
          <p:nvPr/>
        </p:nvSpPr>
        <p:spPr>
          <a:xfrm>
            <a:off x="3468263" y="2725340"/>
            <a:ext cx="2207475" cy="407194"/>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Read-only data for *providing context* (e.g., file/read, db/schema).</a:t>
            </a:r>
            <a:endParaRPr sz="500"/>
          </a:p>
        </p:txBody>
      </p:sp>
      <p:sp>
        <p:nvSpPr>
          <p:cNvPr id="280" name="Google Shape;280;p46"/>
          <p:cNvSpPr txBox="1"/>
          <p:nvPr/>
        </p:nvSpPr>
        <p:spPr>
          <a:xfrm>
            <a:off x="7073205" y="2313644"/>
            <a:ext cx="712575" cy="2190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200"/>
              <a:buFont typeface="Poppins"/>
              <a:buNone/>
            </a:pPr>
            <a:r>
              <a:rPr b="0" i="0" lang="en" sz="1200" u="none" cap="none" strike="noStrike">
                <a:solidFill>
                  <a:srgbClr val="1E293B"/>
                </a:solidFill>
                <a:latin typeface="Poppins"/>
                <a:ea typeface="Poppins"/>
                <a:cs typeface="Poppins"/>
                <a:sym typeface="Poppins"/>
              </a:rPr>
              <a:t>Prompts</a:t>
            </a:r>
            <a:endParaRPr sz="500"/>
          </a:p>
        </p:txBody>
      </p:sp>
      <p:sp>
        <p:nvSpPr>
          <p:cNvPr id="281" name="Google Shape;281;p46"/>
          <p:cNvSpPr txBox="1"/>
          <p:nvPr/>
        </p:nvSpPr>
        <p:spPr>
          <a:xfrm>
            <a:off x="6365025" y="2836068"/>
            <a:ext cx="2128950" cy="185738"/>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 User-driven, pre-defined prompts </a:t>
            </a:r>
            <a:endParaRPr sz="500"/>
          </a:p>
        </p:txBody>
      </p:sp>
      <p:pic>
        <p:nvPicPr>
          <p:cNvPr descr="Google Shape;183;p26" id="282" name="Google Shape;282;p46"/>
          <p:cNvPicPr preferRelativeResize="0"/>
          <p:nvPr/>
        </p:nvPicPr>
        <p:blipFill rotWithShape="1">
          <a:blip r:embed="rId6">
            <a:alphaModFix/>
          </a:blip>
          <a:srcRect b="0" l="0" r="0" t="0"/>
          <a:stretch/>
        </p:blipFill>
        <p:spPr>
          <a:xfrm>
            <a:off x="1543050" y="1901688"/>
            <a:ext cx="342900" cy="342900"/>
          </a:xfrm>
          <a:prstGeom prst="rect">
            <a:avLst/>
          </a:prstGeom>
          <a:noFill/>
          <a:ln>
            <a:noFill/>
          </a:ln>
        </p:spPr>
      </p:pic>
      <p:pic>
        <p:nvPicPr>
          <p:cNvPr descr="Google Shape;184;p26" id="283" name="Google Shape;283;p46"/>
          <p:cNvPicPr preferRelativeResize="0"/>
          <p:nvPr/>
        </p:nvPicPr>
        <p:blipFill rotWithShape="1">
          <a:blip r:embed="rId7">
            <a:alphaModFix/>
          </a:blip>
          <a:srcRect b="0" l="0" r="0" t="0"/>
          <a:stretch/>
        </p:blipFill>
        <p:spPr>
          <a:xfrm>
            <a:off x="4443413" y="1901688"/>
            <a:ext cx="257175" cy="342900"/>
          </a:xfrm>
          <a:prstGeom prst="rect">
            <a:avLst/>
          </a:prstGeom>
          <a:noFill/>
          <a:ln>
            <a:noFill/>
          </a:ln>
        </p:spPr>
      </p:pic>
      <p:pic>
        <p:nvPicPr>
          <p:cNvPr descr="Google Shape;185;p26" id="284" name="Google Shape;284;p46"/>
          <p:cNvPicPr preferRelativeResize="0"/>
          <p:nvPr/>
        </p:nvPicPr>
        <p:blipFill rotWithShape="1">
          <a:blip r:embed="rId8">
            <a:alphaModFix/>
          </a:blip>
          <a:srcRect b="0" l="0" r="0" t="0"/>
          <a:stretch/>
        </p:blipFill>
        <p:spPr>
          <a:xfrm>
            <a:off x="7236619" y="1901688"/>
            <a:ext cx="385763" cy="342900"/>
          </a:xfrm>
          <a:prstGeom prst="rect">
            <a:avLst/>
          </a:prstGeom>
          <a:noFill/>
          <a:ln>
            <a:noFill/>
          </a:ln>
        </p:spPr>
      </p:pic>
      <p:sp>
        <p:nvSpPr>
          <p:cNvPr id="285" name="Google Shape;285;p46"/>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The Three Capability Types</a:t>
            </a:r>
            <a:endParaRPr sz="500"/>
          </a:p>
        </p:txBody>
      </p:sp>
      <p:sp>
        <p:nvSpPr>
          <p:cNvPr id="286" name="Google Shape;286;p46"/>
          <p:cNvSpPr txBox="1"/>
          <p:nvPr>
            <p:ph idx="12" type="sldNum"/>
          </p:nvPr>
        </p:nvSpPr>
        <p:spPr>
          <a:xfrm>
            <a:off x="4504229" y="4762500"/>
            <a:ext cx="138399"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287" name="Google Shape;287;p46"/>
          <p:cNvPicPr preferRelativeResize="0"/>
          <p:nvPr/>
        </p:nvPicPr>
        <p:blipFill rotWithShape="1">
          <a:blip r:embed="rId9">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291" name="Shape 291"/>
        <p:cNvGrpSpPr/>
        <p:nvPr/>
      </p:nvGrpSpPr>
      <p:grpSpPr>
        <a:xfrm>
          <a:off x="0" y="0"/>
          <a:ext cx="0" cy="0"/>
          <a:chOff x="0" y="0"/>
          <a:chExt cx="0" cy="0"/>
        </a:xfrm>
      </p:grpSpPr>
      <p:pic>
        <p:nvPicPr>
          <p:cNvPr descr="Google Shape;191;p27" id="292" name="Google Shape;292;p47"/>
          <p:cNvPicPr preferRelativeResize="0"/>
          <p:nvPr/>
        </p:nvPicPr>
        <p:blipFill rotWithShape="1">
          <a:blip r:embed="rId3">
            <a:alphaModFix/>
          </a:blip>
          <a:srcRect b="0" l="0" r="0" t="0"/>
          <a:stretch/>
        </p:blipFill>
        <p:spPr>
          <a:xfrm>
            <a:off x="428625" y="3076485"/>
            <a:ext cx="3964782" cy="1680902"/>
          </a:xfrm>
          <a:prstGeom prst="rect">
            <a:avLst/>
          </a:prstGeom>
          <a:noFill/>
          <a:ln>
            <a:noFill/>
          </a:ln>
        </p:spPr>
      </p:pic>
      <p:pic>
        <p:nvPicPr>
          <p:cNvPr descr="Google Shape;192;p27" id="293" name="Google Shape;293;p47"/>
          <p:cNvPicPr preferRelativeResize="0"/>
          <p:nvPr/>
        </p:nvPicPr>
        <p:blipFill rotWithShape="1">
          <a:blip r:embed="rId4">
            <a:alphaModFix/>
          </a:blip>
          <a:srcRect b="0" l="0" r="0" t="0"/>
          <a:stretch/>
        </p:blipFill>
        <p:spPr>
          <a:xfrm>
            <a:off x="4750594" y="3076485"/>
            <a:ext cx="3964782" cy="1680902"/>
          </a:xfrm>
          <a:prstGeom prst="rect">
            <a:avLst/>
          </a:prstGeom>
          <a:noFill/>
          <a:ln>
            <a:noFill/>
          </a:ln>
        </p:spPr>
      </p:pic>
      <p:sp>
        <p:nvSpPr>
          <p:cNvPr id="294" name="Google Shape;294;p47"/>
          <p:cNvSpPr txBox="1"/>
          <p:nvPr/>
        </p:nvSpPr>
        <p:spPr>
          <a:xfrm>
            <a:off x="721519" y="3247935"/>
            <a:ext cx="3548025"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F46E5"/>
              </a:buClr>
              <a:buSzPts val="1400"/>
              <a:buFont typeface="Poppins"/>
              <a:buNone/>
            </a:pPr>
            <a:r>
              <a:rPr b="0" i="0" lang="en" sz="1400" u="none" cap="none" strike="noStrike">
                <a:solidFill>
                  <a:srgbClr val="4F46E5"/>
                </a:solidFill>
                <a:latin typeface="Poppins"/>
                <a:ea typeface="Poppins"/>
                <a:cs typeface="Poppins"/>
                <a:sym typeface="Poppins"/>
              </a:rPr>
              <a:t>tools/list</a:t>
            </a:r>
            <a:endParaRPr sz="500"/>
          </a:p>
        </p:txBody>
      </p:sp>
      <p:sp>
        <p:nvSpPr>
          <p:cNvPr id="295" name="Google Shape;295;p47"/>
          <p:cNvSpPr txBox="1"/>
          <p:nvPr/>
        </p:nvSpPr>
        <p:spPr>
          <a:xfrm>
            <a:off x="721490" y="3602611"/>
            <a:ext cx="3379200" cy="6543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The Client calls this endpoint first. The Server returns a JSON  of all available tools, their descriptions, and their JSON Schema parameters.</a:t>
            </a:r>
            <a:endParaRPr sz="500"/>
          </a:p>
        </p:txBody>
      </p:sp>
      <p:sp>
        <p:nvSpPr>
          <p:cNvPr id="296" name="Google Shape;296;p47"/>
          <p:cNvSpPr txBox="1"/>
          <p:nvPr/>
        </p:nvSpPr>
        <p:spPr>
          <a:xfrm>
            <a:off x="5043488" y="3247935"/>
            <a:ext cx="3548025"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F46E5"/>
              </a:buClr>
              <a:buSzPts val="1400"/>
              <a:buFont typeface="Poppins"/>
              <a:buNone/>
            </a:pPr>
            <a:r>
              <a:rPr b="0" i="0" lang="en" sz="1400" u="none" cap="none" strike="noStrike">
                <a:solidFill>
                  <a:srgbClr val="4F46E5"/>
                </a:solidFill>
                <a:latin typeface="Poppins"/>
                <a:ea typeface="Poppins"/>
                <a:cs typeface="Poppins"/>
                <a:sym typeface="Poppins"/>
              </a:rPr>
              <a:t>tools/call</a:t>
            </a:r>
            <a:endParaRPr sz="500"/>
          </a:p>
        </p:txBody>
      </p:sp>
      <p:sp>
        <p:nvSpPr>
          <p:cNvPr id="297" name="Google Shape;297;p47"/>
          <p:cNvSpPr txBox="1"/>
          <p:nvPr/>
        </p:nvSpPr>
        <p:spPr>
          <a:xfrm>
            <a:off x="5043459" y="3602611"/>
            <a:ext cx="3379051" cy="62865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After the AI chooses a tool, the Client calls this endpoint with the tool_id and a JSON object of parameters. The Server executes the logic and returns the result.</a:t>
            </a:r>
            <a:endParaRPr sz="500"/>
          </a:p>
        </p:txBody>
      </p:sp>
      <p:sp>
        <p:nvSpPr>
          <p:cNvPr id="298" name="Google Shape;298;p47"/>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Tools</a:t>
            </a:r>
            <a:endParaRPr sz="500"/>
          </a:p>
        </p:txBody>
      </p:sp>
      <p:sp>
        <p:nvSpPr>
          <p:cNvPr id="299" name="Google Shape;299;p47"/>
          <p:cNvSpPr txBox="1"/>
          <p:nvPr>
            <p:ph idx="12" type="sldNum"/>
          </p:nvPr>
        </p:nvSpPr>
        <p:spPr>
          <a:xfrm>
            <a:off x="4504563" y="4762500"/>
            <a:ext cx="137732"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sp>
        <p:nvSpPr>
          <p:cNvPr id="300" name="Google Shape;300;p47"/>
          <p:cNvSpPr txBox="1"/>
          <p:nvPr/>
        </p:nvSpPr>
        <p:spPr>
          <a:xfrm>
            <a:off x="498654" y="1027464"/>
            <a:ext cx="8360549" cy="1635919"/>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Tools enable AI models to perform actions. Each tool defines a specific operation with typed inputs and outputs. The model requests tool execution based on context.</a:t>
            </a:r>
            <a:endParaRPr sz="500"/>
          </a:p>
          <a:p>
            <a:pPr indent="0" lvl="0" marL="0" marR="0" rtl="0" algn="l">
              <a:lnSpc>
                <a:spcPct val="150000"/>
              </a:lnSpc>
              <a:spcBef>
                <a:spcPts val="900"/>
              </a:spcBef>
              <a:spcAft>
                <a:spcPts val="0"/>
              </a:spcAft>
              <a:buClr>
                <a:srgbClr val="475569"/>
              </a:buClr>
              <a:buSzPts val="1000"/>
              <a:buFont typeface="Lato"/>
              <a:buNone/>
            </a:pPr>
            <a:r>
              <a:rPr b="1" i="0" lang="en" sz="1000" u="none" cap="none" strike="noStrike">
                <a:solidFill>
                  <a:srgbClr val="475569"/>
                </a:solidFill>
                <a:latin typeface="Lato"/>
                <a:ea typeface="Lato"/>
                <a:cs typeface="Lato"/>
                <a:sym typeface="Lato"/>
              </a:rPr>
              <a:t>How Tools Work</a:t>
            </a:r>
            <a:endParaRPr sz="500"/>
          </a:p>
          <a:p>
            <a:pPr indent="0" lvl="0" marL="0" marR="0" rtl="0" algn="l">
              <a:lnSpc>
                <a:spcPct val="150000"/>
              </a:lnSpc>
              <a:spcBef>
                <a:spcPts val="90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Tools are schema-defined interfaces that LLMs can invoke. MCP uses JSON Schema for validation. Each tool performs a single operation with clearly defined inputs and outputs. Tools may require user consent prior to execution, helping to ensure users maintain control over actions taken by a model.</a:t>
            </a:r>
            <a:endParaRPr sz="500"/>
          </a:p>
        </p:txBody>
      </p:sp>
      <p:pic>
        <p:nvPicPr>
          <p:cNvPr descr="NAWYLOGO.avif" id="301" name="Google Shape;301;p47"/>
          <p:cNvPicPr preferRelativeResize="0"/>
          <p:nvPr/>
        </p:nvPicPr>
        <p:blipFill rotWithShape="1">
          <a:blip r:embed="rId5">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05" name="Shape 305"/>
        <p:cNvGrpSpPr/>
        <p:nvPr/>
      </p:nvGrpSpPr>
      <p:grpSpPr>
        <a:xfrm>
          <a:off x="0" y="0"/>
          <a:ext cx="0" cy="0"/>
          <a:chOff x="0" y="0"/>
          <a:chExt cx="0" cy="0"/>
        </a:xfrm>
      </p:grpSpPr>
      <p:pic>
        <p:nvPicPr>
          <p:cNvPr descr="Google Shape;202;p28" id="306" name="Google Shape;306;p48"/>
          <p:cNvPicPr preferRelativeResize="0"/>
          <p:nvPr/>
        </p:nvPicPr>
        <p:blipFill rotWithShape="1">
          <a:blip r:embed="rId3">
            <a:alphaModFix/>
          </a:blip>
          <a:srcRect b="0" l="0" r="0" t="0"/>
          <a:stretch/>
        </p:blipFill>
        <p:spPr>
          <a:xfrm>
            <a:off x="428625" y="3031574"/>
            <a:ext cx="3964782" cy="1680902"/>
          </a:xfrm>
          <a:prstGeom prst="rect">
            <a:avLst/>
          </a:prstGeom>
          <a:noFill/>
          <a:ln>
            <a:noFill/>
          </a:ln>
        </p:spPr>
      </p:pic>
      <p:pic>
        <p:nvPicPr>
          <p:cNvPr descr="Google Shape;203;p28" id="307" name="Google Shape;307;p48"/>
          <p:cNvPicPr preferRelativeResize="0"/>
          <p:nvPr/>
        </p:nvPicPr>
        <p:blipFill rotWithShape="1">
          <a:blip r:embed="rId4">
            <a:alphaModFix/>
          </a:blip>
          <a:srcRect b="0" l="0" r="0" t="0"/>
          <a:stretch/>
        </p:blipFill>
        <p:spPr>
          <a:xfrm>
            <a:off x="4750594" y="3031574"/>
            <a:ext cx="3964782" cy="1680902"/>
          </a:xfrm>
          <a:prstGeom prst="rect">
            <a:avLst/>
          </a:prstGeom>
          <a:noFill/>
          <a:ln>
            <a:noFill/>
          </a:ln>
        </p:spPr>
      </p:pic>
      <p:sp>
        <p:nvSpPr>
          <p:cNvPr id="308" name="Google Shape;308;p48"/>
          <p:cNvSpPr txBox="1"/>
          <p:nvPr/>
        </p:nvSpPr>
        <p:spPr>
          <a:xfrm>
            <a:off x="721518" y="3203024"/>
            <a:ext cx="3548026"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F46E5"/>
              </a:buClr>
              <a:buSzPts val="1400"/>
              <a:buFont typeface="Poppins"/>
              <a:buNone/>
            </a:pPr>
            <a:r>
              <a:rPr b="0" i="0" lang="en" sz="1400" u="none" cap="none" strike="noStrike">
                <a:solidFill>
                  <a:srgbClr val="4F46E5"/>
                </a:solidFill>
                <a:latin typeface="Poppins"/>
                <a:ea typeface="Poppins"/>
                <a:cs typeface="Poppins"/>
                <a:sym typeface="Poppins"/>
              </a:rPr>
              <a:t>resources/list</a:t>
            </a:r>
            <a:endParaRPr sz="500"/>
          </a:p>
        </p:txBody>
      </p:sp>
      <p:sp>
        <p:nvSpPr>
          <p:cNvPr id="309" name="Google Shape;309;p48"/>
          <p:cNvSpPr txBox="1"/>
          <p:nvPr/>
        </p:nvSpPr>
        <p:spPr>
          <a:xfrm>
            <a:off x="721490" y="3557700"/>
            <a:ext cx="3379051" cy="62865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Similar to tools, this endpoint returns a list of available data resources (e.g., list of files in a directory, tables in a database).</a:t>
            </a:r>
            <a:endParaRPr sz="500"/>
          </a:p>
        </p:txBody>
      </p:sp>
      <p:sp>
        <p:nvSpPr>
          <p:cNvPr id="310" name="Google Shape;310;p48"/>
          <p:cNvSpPr txBox="1"/>
          <p:nvPr/>
        </p:nvSpPr>
        <p:spPr>
          <a:xfrm>
            <a:off x="5043487" y="3203024"/>
            <a:ext cx="3548026"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F46E5"/>
              </a:buClr>
              <a:buSzPts val="1400"/>
              <a:buFont typeface="Poppins"/>
              <a:buNone/>
            </a:pPr>
            <a:r>
              <a:rPr b="0" i="0" lang="en" sz="1400" u="none" cap="none" strike="noStrike">
                <a:solidFill>
                  <a:srgbClr val="4F46E5"/>
                </a:solidFill>
                <a:latin typeface="Poppins"/>
                <a:ea typeface="Poppins"/>
                <a:cs typeface="Poppins"/>
                <a:sym typeface="Poppins"/>
              </a:rPr>
              <a:t>resources/read</a:t>
            </a:r>
            <a:endParaRPr sz="500"/>
          </a:p>
        </p:txBody>
      </p:sp>
      <p:sp>
        <p:nvSpPr>
          <p:cNvPr id="311" name="Google Shape;311;p48"/>
          <p:cNvSpPr txBox="1"/>
          <p:nvPr/>
        </p:nvSpPr>
        <p:spPr>
          <a:xfrm>
            <a:off x="5043459" y="3557700"/>
            <a:ext cx="3379051" cy="62865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The Client (or Host) calls this to fetch the *content* of a specific resource (e.g., the text of main.py). This content is then injected into the AI's context.</a:t>
            </a:r>
            <a:endParaRPr sz="500"/>
          </a:p>
        </p:txBody>
      </p:sp>
      <p:sp>
        <p:nvSpPr>
          <p:cNvPr id="312" name="Google Shape;312;p48"/>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Resources</a:t>
            </a:r>
            <a:endParaRPr sz="500"/>
          </a:p>
        </p:txBody>
      </p:sp>
      <p:sp>
        <p:nvSpPr>
          <p:cNvPr id="313" name="Google Shape;313;p48"/>
          <p:cNvSpPr txBox="1"/>
          <p:nvPr>
            <p:ph idx="12" type="sldNum"/>
          </p:nvPr>
        </p:nvSpPr>
        <p:spPr>
          <a:xfrm>
            <a:off x="4505039" y="4762500"/>
            <a:ext cx="136779"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sp>
        <p:nvSpPr>
          <p:cNvPr id="314" name="Google Shape;314;p48"/>
          <p:cNvSpPr txBox="1"/>
          <p:nvPr/>
        </p:nvSpPr>
        <p:spPr>
          <a:xfrm>
            <a:off x="391725" y="1115737"/>
            <a:ext cx="8360549" cy="1414463"/>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Resources provide structured access to information that the AI application can retrieve and provide to models as context.</a:t>
            </a:r>
            <a:endParaRPr sz="500"/>
          </a:p>
          <a:p>
            <a:pPr indent="0" lvl="0" marL="0" marR="0" rtl="0" algn="l">
              <a:lnSpc>
                <a:spcPct val="150000"/>
              </a:lnSpc>
              <a:spcBef>
                <a:spcPts val="900"/>
              </a:spcBef>
              <a:spcAft>
                <a:spcPts val="0"/>
              </a:spcAft>
              <a:buClr>
                <a:srgbClr val="475569"/>
              </a:buClr>
              <a:buSzPts val="1000"/>
              <a:buFont typeface="Lato"/>
              <a:buNone/>
            </a:pPr>
            <a:r>
              <a:rPr b="1" i="0" lang="en" sz="1000" u="none" cap="none" strike="noStrike">
                <a:solidFill>
                  <a:srgbClr val="475569"/>
                </a:solidFill>
                <a:latin typeface="Lato"/>
                <a:ea typeface="Lato"/>
                <a:cs typeface="Lato"/>
                <a:sym typeface="Lato"/>
              </a:rPr>
              <a:t>How Resources Work</a:t>
            </a:r>
            <a:endParaRPr sz="500"/>
          </a:p>
          <a:p>
            <a:pPr indent="0" lvl="0" marL="0" marR="0" rtl="0" algn="l">
              <a:lnSpc>
                <a:spcPct val="150000"/>
              </a:lnSpc>
              <a:spcBef>
                <a:spcPts val="90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Resources expose data from files, APIs, databases, or any other source that an AI needs to understand context. Applications can access this information directly and decide how to use it - whether that’s selecting relevant portions, searching with embeddings, or passing it all to the model.</a:t>
            </a:r>
            <a:endParaRPr sz="500"/>
          </a:p>
        </p:txBody>
      </p:sp>
      <p:pic>
        <p:nvPicPr>
          <p:cNvPr descr="NAWYLOGO.avif" id="315" name="Google Shape;315;p48"/>
          <p:cNvPicPr preferRelativeResize="0"/>
          <p:nvPr/>
        </p:nvPicPr>
        <p:blipFill rotWithShape="1">
          <a:blip r:embed="rId5">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19" name="Shape 319"/>
        <p:cNvGrpSpPr/>
        <p:nvPr/>
      </p:nvGrpSpPr>
      <p:grpSpPr>
        <a:xfrm>
          <a:off x="0" y="0"/>
          <a:ext cx="0" cy="0"/>
          <a:chOff x="0" y="0"/>
          <a:chExt cx="0" cy="0"/>
        </a:xfrm>
      </p:grpSpPr>
      <p:pic>
        <p:nvPicPr>
          <p:cNvPr descr="Google Shape;213;p29" id="320" name="Google Shape;320;p49"/>
          <p:cNvPicPr preferRelativeResize="0"/>
          <p:nvPr/>
        </p:nvPicPr>
        <p:blipFill rotWithShape="1">
          <a:blip r:embed="rId3">
            <a:alphaModFix/>
          </a:blip>
          <a:srcRect b="0" l="0" r="0" t="0"/>
          <a:stretch/>
        </p:blipFill>
        <p:spPr>
          <a:xfrm>
            <a:off x="491501" y="3000333"/>
            <a:ext cx="3964782" cy="1671638"/>
          </a:xfrm>
          <a:prstGeom prst="rect">
            <a:avLst/>
          </a:prstGeom>
          <a:noFill/>
          <a:ln>
            <a:noFill/>
          </a:ln>
        </p:spPr>
      </p:pic>
      <p:pic>
        <p:nvPicPr>
          <p:cNvPr descr="Google Shape;214;p29" id="321" name="Google Shape;321;p49"/>
          <p:cNvPicPr preferRelativeResize="0"/>
          <p:nvPr/>
        </p:nvPicPr>
        <p:blipFill rotWithShape="1">
          <a:blip r:embed="rId4">
            <a:alphaModFix/>
          </a:blip>
          <a:srcRect b="0" l="0" r="0" t="0"/>
          <a:stretch/>
        </p:blipFill>
        <p:spPr>
          <a:xfrm>
            <a:off x="4813470" y="3000333"/>
            <a:ext cx="3964782" cy="1671638"/>
          </a:xfrm>
          <a:prstGeom prst="rect">
            <a:avLst/>
          </a:prstGeom>
          <a:noFill/>
          <a:ln>
            <a:noFill/>
          </a:ln>
        </p:spPr>
      </p:pic>
      <p:sp>
        <p:nvSpPr>
          <p:cNvPr id="322" name="Google Shape;322;p49"/>
          <p:cNvSpPr txBox="1"/>
          <p:nvPr/>
        </p:nvSpPr>
        <p:spPr>
          <a:xfrm>
            <a:off x="784395" y="3171783"/>
            <a:ext cx="3548025"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F46E5"/>
              </a:buClr>
              <a:buSzPts val="1400"/>
              <a:buFont typeface="Poppins"/>
              <a:buNone/>
            </a:pPr>
            <a:r>
              <a:rPr b="0" i="0" lang="en" sz="1400" u="none" cap="none" strike="noStrike">
                <a:solidFill>
                  <a:srgbClr val="4F46E5"/>
                </a:solidFill>
                <a:latin typeface="Poppins"/>
                <a:ea typeface="Poppins"/>
                <a:cs typeface="Poppins"/>
                <a:sym typeface="Poppins"/>
              </a:rPr>
              <a:t>prompts/list</a:t>
            </a:r>
            <a:endParaRPr sz="500"/>
          </a:p>
        </p:txBody>
      </p:sp>
      <p:sp>
        <p:nvSpPr>
          <p:cNvPr id="323" name="Google Shape;323;p49"/>
          <p:cNvSpPr txBox="1"/>
          <p:nvPr/>
        </p:nvSpPr>
        <p:spPr>
          <a:xfrm>
            <a:off x="784366" y="2625286"/>
            <a:ext cx="3379051" cy="2421732"/>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t/>
            </a:r>
            <a:endParaRPr b="0" i="0" sz="1000" u="none" cap="none" strike="noStrike">
              <a:solidFill>
                <a:srgbClr val="475569"/>
              </a:solidFill>
              <a:latin typeface="Lato"/>
              <a:ea typeface="Lato"/>
              <a:cs typeface="Lato"/>
              <a:sym typeface="Lato"/>
            </a:endParaRPr>
          </a:p>
          <a:p>
            <a:pPr indent="0" lvl="0" marL="0" marR="0" rtl="0" algn="l">
              <a:lnSpc>
                <a:spcPct val="150000"/>
              </a:lnSpc>
              <a:spcBef>
                <a:spcPts val="900"/>
              </a:spcBef>
              <a:spcAft>
                <a:spcPts val="0"/>
              </a:spcAft>
              <a:buClr>
                <a:srgbClr val="475569"/>
              </a:buClr>
              <a:buSzPts val="1000"/>
              <a:buFont typeface="Lato"/>
              <a:buNone/>
            </a:pPr>
            <a:r>
              <a:t/>
            </a:r>
            <a:endParaRPr b="0" i="0" sz="1000" u="none" cap="none" strike="noStrike">
              <a:solidFill>
                <a:srgbClr val="475569"/>
              </a:solidFill>
              <a:latin typeface="Lato"/>
              <a:ea typeface="Lato"/>
              <a:cs typeface="Lato"/>
              <a:sym typeface="Lato"/>
            </a:endParaRPr>
          </a:p>
          <a:p>
            <a:pPr indent="0" lvl="0" marL="0" marR="0" rtl="0" algn="l">
              <a:lnSpc>
                <a:spcPct val="150000"/>
              </a:lnSpc>
              <a:spcBef>
                <a:spcPts val="900"/>
              </a:spcBef>
              <a:spcAft>
                <a:spcPts val="0"/>
              </a:spcAft>
              <a:buClr>
                <a:srgbClr val="475569"/>
              </a:buClr>
              <a:buSzPts val="1000"/>
              <a:buFont typeface="Lato"/>
              <a:buNone/>
            </a:pPr>
            <a:r>
              <a:t/>
            </a:r>
            <a:endParaRPr b="0" i="0" sz="1000" u="none" cap="none" strike="noStrike">
              <a:solidFill>
                <a:srgbClr val="475569"/>
              </a:solidFill>
              <a:latin typeface="Lato"/>
              <a:ea typeface="Lato"/>
              <a:cs typeface="Lato"/>
              <a:sym typeface="Lato"/>
            </a:endParaRPr>
          </a:p>
          <a:p>
            <a:pPr indent="0" lvl="0" marL="0" marR="0" rtl="0" algn="l">
              <a:lnSpc>
                <a:spcPct val="150000"/>
              </a:lnSpc>
              <a:spcBef>
                <a:spcPts val="90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Its purpose is to discover available prompts and it return array of prompt descriptors</a:t>
            </a:r>
            <a:endParaRPr sz="500"/>
          </a:p>
          <a:p>
            <a:pPr indent="0" lvl="0" marL="0" marR="0" rtl="0" algn="l">
              <a:lnSpc>
                <a:spcPct val="150000"/>
              </a:lnSpc>
              <a:spcBef>
                <a:spcPts val="900"/>
              </a:spcBef>
              <a:spcAft>
                <a:spcPts val="0"/>
              </a:spcAft>
              <a:buClr>
                <a:srgbClr val="475569"/>
              </a:buClr>
              <a:buSzPts val="1000"/>
              <a:buFont typeface="Lato"/>
              <a:buNone/>
            </a:pPr>
            <a:r>
              <a:t/>
            </a:r>
            <a:endParaRPr b="0" i="0" sz="1000" u="none" cap="none" strike="noStrike">
              <a:solidFill>
                <a:srgbClr val="475569"/>
              </a:solidFill>
              <a:latin typeface="Lato"/>
              <a:ea typeface="Lato"/>
              <a:cs typeface="Lato"/>
              <a:sym typeface="Lato"/>
            </a:endParaRPr>
          </a:p>
          <a:p>
            <a:pPr indent="0" lvl="0" marL="0" marR="0" rtl="0" algn="l">
              <a:lnSpc>
                <a:spcPct val="150000"/>
              </a:lnSpc>
              <a:spcBef>
                <a:spcPts val="900"/>
              </a:spcBef>
              <a:spcAft>
                <a:spcPts val="0"/>
              </a:spcAft>
              <a:buClr>
                <a:srgbClr val="475569"/>
              </a:buClr>
              <a:buSzPts val="1000"/>
              <a:buFont typeface="Lato"/>
              <a:buNone/>
            </a:pPr>
            <a:r>
              <a:t/>
            </a:r>
            <a:endParaRPr b="0" i="0" sz="1000" u="none" cap="none" strike="noStrike">
              <a:solidFill>
                <a:srgbClr val="475569"/>
              </a:solidFill>
              <a:latin typeface="Lato"/>
              <a:ea typeface="Lato"/>
              <a:cs typeface="Lato"/>
              <a:sym typeface="Lato"/>
            </a:endParaRPr>
          </a:p>
        </p:txBody>
      </p:sp>
      <p:sp>
        <p:nvSpPr>
          <p:cNvPr id="324" name="Google Shape;324;p49"/>
          <p:cNvSpPr txBox="1"/>
          <p:nvPr/>
        </p:nvSpPr>
        <p:spPr>
          <a:xfrm>
            <a:off x="5106363" y="3171783"/>
            <a:ext cx="3548025"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F46E5"/>
              </a:buClr>
              <a:buSzPts val="1400"/>
              <a:buFont typeface="Poppins"/>
              <a:buNone/>
            </a:pPr>
            <a:r>
              <a:rPr b="0" i="0" lang="en" sz="1400" u="none" cap="none" strike="noStrike">
                <a:solidFill>
                  <a:srgbClr val="4F46E5"/>
                </a:solidFill>
                <a:latin typeface="Poppins"/>
                <a:ea typeface="Poppins"/>
                <a:cs typeface="Poppins"/>
                <a:sym typeface="Poppins"/>
              </a:rPr>
              <a:t>prompts/get</a:t>
            </a:r>
            <a:endParaRPr sz="500"/>
          </a:p>
        </p:txBody>
      </p:sp>
      <p:sp>
        <p:nvSpPr>
          <p:cNvPr id="325" name="Google Shape;325;p49"/>
          <p:cNvSpPr txBox="1"/>
          <p:nvPr/>
        </p:nvSpPr>
        <p:spPr>
          <a:xfrm>
            <a:off x="5106335" y="3632555"/>
            <a:ext cx="3379051" cy="407194"/>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Its purpose is to retrieve prompt details and it return full prompt definition with arguments</a:t>
            </a:r>
            <a:endParaRPr sz="500"/>
          </a:p>
        </p:txBody>
      </p:sp>
      <p:sp>
        <p:nvSpPr>
          <p:cNvPr id="326" name="Google Shape;326;p49"/>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Prompts</a:t>
            </a:r>
            <a:endParaRPr sz="500"/>
          </a:p>
        </p:txBody>
      </p:sp>
      <p:sp>
        <p:nvSpPr>
          <p:cNvPr id="327" name="Google Shape;327;p49"/>
          <p:cNvSpPr txBox="1"/>
          <p:nvPr>
            <p:ph idx="12" type="sldNum"/>
          </p:nvPr>
        </p:nvSpPr>
        <p:spPr>
          <a:xfrm>
            <a:off x="4503515" y="4762500"/>
            <a:ext cx="139827"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sp>
        <p:nvSpPr>
          <p:cNvPr id="328" name="Google Shape;328;p49"/>
          <p:cNvSpPr txBox="1"/>
          <p:nvPr/>
        </p:nvSpPr>
        <p:spPr>
          <a:xfrm>
            <a:off x="463584" y="964385"/>
            <a:ext cx="8360549" cy="1857375"/>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Prompts provide reusable templates. They allow MCP server authors to provide parameterized prompts for a domain, or showcase how to best use the MCP server.</a:t>
            </a:r>
            <a:endParaRPr sz="500"/>
          </a:p>
          <a:p>
            <a:pPr indent="0" lvl="0" marL="0" marR="0" rtl="0" algn="l">
              <a:lnSpc>
                <a:spcPct val="150000"/>
              </a:lnSpc>
              <a:spcBef>
                <a:spcPts val="900"/>
              </a:spcBef>
              <a:spcAft>
                <a:spcPts val="0"/>
              </a:spcAft>
              <a:buClr>
                <a:srgbClr val="475569"/>
              </a:buClr>
              <a:buSzPts val="1000"/>
              <a:buFont typeface="Lato"/>
              <a:buNone/>
            </a:pPr>
            <a:r>
              <a:rPr b="1" i="0" lang="en" sz="1000" u="none" cap="none" strike="noStrike">
                <a:solidFill>
                  <a:srgbClr val="475569"/>
                </a:solidFill>
                <a:latin typeface="Lato"/>
                <a:ea typeface="Lato"/>
                <a:cs typeface="Lato"/>
                <a:sym typeface="Lato"/>
              </a:rPr>
              <a:t>How Prompts Work</a:t>
            </a:r>
            <a:endParaRPr sz="500"/>
          </a:p>
          <a:p>
            <a:pPr indent="0" lvl="0" marL="0" marR="0" rtl="0" algn="l">
              <a:lnSpc>
                <a:spcPct val="150000"/>
              </a:lnSpc>
              <a:spcBef>
                <a:spcPts val="90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Prompts are structured templates that define expected inputs and interaction patterns. They are user-controlled, requiring explicit invocation rather than automatic triggering. Prompts can be context-aware, referencing available resources and tools to create comprehensive workflows. Similar to resources, prompts support parameter completion to help users discover valid argument values.</a:t>
            </a:r>
            <a:endParaRPr sz="500"/>
          </a:p>
        </p:txBody>
      </p:sp>
      <p:pic>
        <p:nvPicPr>
          <p:cNvPr descr="NAWYLOGO.avif" id="329" name="Google Shape;329;p49"/>
          <p:cNvPicPr preferRelativeResize="0"/>
          <p:nvPr/>
        </p:nvPicPr>
        <p:blipFill rotWithShape="1">
          <a:blip r:embed="rId5">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33" name="Shape 333"/>
        <p:cNvGrpSpPr/>
        <p:nvPr/>
      </p:nvGrpSpPr>
      <p:grpSpPr>
        <a:xfrm>
          <a:off x="0" y="0"/>
          <a:ext cx="0" cy="0"/>
          <a:chOff x="0" y="0"/>
          <a:chExt cx="0" cy="0"/>
        </a:xfrm>
      </p:grpSpPr>
      <p:sp>
        <p:nvSpPr>
          <p:cNvPr id="334" name="Google Shape;334;p50"/>
          <p:cNvSpPr txBox="1"/>
          <p:nvPr/>
        </p:nvSpPr>
        <p:spPr>
          <a:xfrm>
            <a:off x="2711813" y="2233596"/>
            <a:ext cx="3720300" cy="509400"/>
          </a:xfrm>
          <a:prstGeom prst="rect">
            <a:avLst/>
          </a:prstGeom>
          <a:noFill/>
          <a:ln>
            <a:noFill/>
          </a:ln>
        </p:spPr>
        <p:txBody>
          <a:bodyPr anchorCtr="0" anchor="ctr" bIns="19050" lIns="19050" spcFirstLastPara="1" rIns="19050" wrap="square" tIns="19050">
            <a:spAutoFit/>
          </a:bodyPr>
          <a:lstStyle/>
          <a:p>
            <a:pPr indent="0" lvl="0" marL="0" marR="0" rtl="0" algn="ctr">
              <a:lnSpc>
                <a:spcPct val="90000"/>
              </a:lnSpc>
              <a:spcBef>
                <a:spcPts val="0"/>
              </a:spcBef>
              <a:spcAft>
                <a:spcPts val="0"/>
              </a:spcAft>
              <a:buClr>
                <a:srgbClr val="1E293B"/>
              </a:buClr>
              <a:buSzPts val="3400"/>
              <a:buFont typeface="Poppins"/>
              <a:buNone/>
            </a:pPr>
            <a:r>
              <a:rPr b="1" i="0" lang="en" sz="3400" u="none" cap="none" strike="noStrike">
                <a:solidFill>
                  <a:srgbClr val="1E293B"/>
                </a:solidFill>
                <a:latin typeface="Poppins"/>
                <a:ea typeface="Poppins"/>
                <a:cs typeface="Poppins"/>
                <a:sym typeface="Poppins"/>
              </a:rPr>
              <a:t>Client</a:t>
            </a:r>
            <a:endParaRPr sz="500"/>
          </a:p>
        </p:txBody>
      </p:sp>
      <p:sp>
        <p:nvSpPr>
          <p:cNvPr id="335" name="Google Shape;335;p50"/>
          <p:cNvSpPr txBox="1"/>
          <p:nvPr>
            <p:ph idx="12" type="sldNum"/>
          </p:nvPr>
        </p:nvSpPr>
        <p:spPr>
          <a:xfrm>
            <a:off x="4507992" y="4762500"/>
            <a:ext cx="130874"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336" name="Google Shape;336;p50"/>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40" name="Shape 340"/>
        <p:cNvGrpSpPr/>
        <p:nvPr/>
      </p:nvGrpSpPr>
      <p:grpSpPr>
        <a:xfrm>
          <a:off x="0" y="0"/>
          <a:ext cx="0" cy="0"/>
          <a:chOff x="0" y="0"/>
          <a:chExt cx="0" cy="0"/>
        </a:xfrm>
      </p:grpSpPr>
      <p:pic>
        <p:nvPicPr>
          <p:cNvPr descr="Google Shape;231;p31" id="341" name="Google Shape;341;p51"/>
          <p:cNvPicPr preferRelativeResize="0"/>
          <p:nvPr/>
        </p:nvPicPr>
        <p:blipFill rotWithShape="1">
          <a:blip r:embed="rId3">
            <a:alphaModFix/>
          </a:blip>
          <a:srcRect b="0" l="0" r="0" t="0"/>
          <a:stretch/>
        </p:blipFill>
        <p:spPr>
          <a:xfrm>
            <a:off x="518448" y="2919210"/>
            <a:ext cx="3964782" cy="1690167"/>
          </a:xfrm>
          <a:prstGeom prst="rect">
            <a:avLst/>
          </a:prstGeom>
          <a:noFill/>
          <a:ln>
            <a:noFill/>
          </a:ln>
        </p:spPr>
      </p:pic>
      <p:pic>
        <p:nvPicPr>
          <p:cNvPr descr="Google Shape;232;p31" id="342" name="Google Shape;342;p51"/>
          <p:cNvPicPr preferRelativeResize="0"/>
          <p:nvPr/>
        </p:nvPicPr>
        <p:blipFill rotWithShape="1">
          <a:blip r:embed="rId4">
            <a:alphaModFix/>
          </a:blip>
          <a:srcRect b="0" l="0" r="0" t="0"/>
          <a:stretch/>
        </p:blipFill>
        <p:spPr>
          <a:xfrm>
            <a:off x="4840417" y="2919210"/>
            <a:ext cx="3964782" cy="1690167"/>
          </a:xfrm>
          <a:prstGeom prst="rect">
            <a:avLst/>
          </a:prstGeom>
          <a:noFill/>
          <a:ln>
            <a:noFill/>
          </a:ln>
        </p:spPr>
      </p:pic>
      <p:sp>
        <p:nvSpPr>
          <p:cNvPr id="343" name="Google Shape;343;p51"/>
          <p:cNvSpPr txBox="1"/>
          <p:nvPr/>
        </p:nvSpPr>
        <p:spPr>
          <a:xfrm>
            <a:off x="811342" y="3090660"/>
            <a:ext cx="3548025"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1400"/>
              <a:buFont typeface="Poppins"/>
              <a:buNone/>
            </a:pPr>
            <a:r>
              <a:rPr b="0" i="0" lang="en" sz="1400" u="none" cap="none" strike="noStrike">
                <a:solidFill>
                  <a:srgbClr val="000000"/>
                </a:solidFill>
                <a:latin typeface="Poppins"/>
                <a:ea typeface="Poppins"/>
                <a:cs typeface="Poppins"/>
                <a:sym typeface="Poppins"/>
              </a:rPr>
              <a:t>Connection Management</a:t>
            </a:r>
            <a:endParaRPr sz="500"/>
          </a:p>
        </p:txBody>
      </p:sp>
      <p:sp>
        <p:nvSpPr>
          <p:cNvPr id="344" name="Google Shape;344;p51"/>
          <p:cNvSpPr txBox="1"/>
          <p:nvPr/>
        </p:nvSpPr>
        <p:spPr>
          <a:xfrm>
            <a:off x="811314" y="3560696"/>
            <a:ext cx="3379050" cy="407194"/>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The Client is responsible for the full lifecycle of connecting to servers, whether over stdio (for local) or HTTP (for remote).</a:t>
            </a:r>
            <a:endParaRPr sz="500"/>
          </a:p>
        </p:txBody>
      </p:sp>
      <p:sp>
        <p:nvSpPr>
          <p:cNvPr id="345" name="Google Shape;345;p51"/>
          <p:cNvSpPr txBox="1"/>
          <p:nvPr/>
        </p:nvSpPr>
        <p:spPr>
          <a:xfrm>
            <a:off x="5133311" y="3090660"/>
            <a:ext cx="3548025"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1400"/>
              <a:buFont typeface="Poppins"/>
              <a:buNone/>
            </a:pPr>
            <a:r>
              <a:rPr b="0" i="0" lang="en" sz="1400" u="none" cap="none" strike="noStrike">
                <a:solidFill>
                  <a:srgbClr val="000000"/>
                </a:solidFill>
                <a:latin typeface="Poppins"/>
                <a:ea typeface="Poppins"/>
                <a:cs typeface="Poppins"/>
                <a:sym typeface="Poppins"/>
              </a:rPr>
              <a:t>Capability Aggregation</a:t>
            </a:r>
            <a:endParaRPr sz="500"/>
          </a:p>
        </p:txBody>
      </p:sp>
      <p:sp>
        <p:nvSpPr>
          <p:cNvPr id="346" name="Google Shape;346;p51"/>
          <p:cNvSpPr txBox="1"/>
          <p:nvPr/>
        </p:nvSpPr>
        <p:spPr>
          <a:xfrm>
            <a:off x="5133311" y="3449968"/>
            <a:ext cx="3379050" cy="62865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The Client queries *all* connected servers (tools/list, resources/list) and merges their capabilities into a single, unified inventory for the Host to consume.</a:t>
            </a:r>
            <a:endParaRPr sz="500"/>
          </a:p>
        </p:txBody>
      </p:sp>
      <p:sp>
        <p:nvSpPr>
          <p:cNvPr id="347" name="Google Shape;347;p51"/>
          <p:cNvSpPr txBox="1"/>
          <p:nvPr/>
        </p:nvSpPr>
        <p:spPr>
          <a:xfrm>
            <a:off x="428625" y="242888"/>
            <a:ext cx="8701200" cy="35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Clien</a:t>
            </a:r>
            <a:r>
              <a:rPr b="1" lang="en" sz="2300">
                <a:latin typeface="Arial Rounded"/>
                <a:ea typeface="Arial Rounded"/>
                <a:cs typeface="Arial Rounded"/>
                <a:sym typeface="Arial Rounded"/>
              </a:rPr>
              <a:t>t</a:t>
            </a:r>
            <a:endParaRPr sz="500"/>
          </a:p>
        </p:txBody>
      </p:sp>
      <p:sp>
        <p:nvSpPr>
          <p:cNvPr id="348" name="Google Shape;348;p51"/>
          <p:cNvSpPr txBox="1"/>
          <p:nvPr>
            <p:ph idx="12" type="sldNum"/>
          </p:nvPr>
        </p:nvSpPr>
        <p:spPr>
          <a:xfrm>
            <a:off x="4504086" y="4762500"/>
            <a:ext cx="138684"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sp>
        <p:nvSpPr>
          <p:cNvPr id="349" name="Google Shape;349;p51"/>
          <p:cNvSpPr txBox="1"/>
          <p:nvPr/>
        </p:nvSpPr>
        <p:spPr>
          <a:xfrm>
            <a:off x="320784" y="924766"/>
            <a:ext cx="8360400" cy="10005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MCP clients are instantiated by host applications to communicate with particular MCP servers. The host application, like Claude.ai or an IDE, manages the overall user experience and coordinates multiple clients. Each client handles one direct communication with one server.</a:t>
            </a:r>
            <a:endParaRPr sz="500"/>
          </a:p>
          <a:p>
            <a:pPr indent="0" lvl="0" marL="0" marR="0" rtl="0" algn="l">
              <a:lnSpc>
                <a:spcPct val="150000"/>
              </a:lnSpc>
              <a:spcBef>
                <a:spcPts val="90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Understanding the distinction is important: the host is the application users interact with, while clients are the protocol-level components that enable server connections.</a:t>
            </a:r>
            <a:endParaRPr sz="500"/>
          </a:p>
        </p:txBody>
      </p:sp>
      <p:pic>
        <p:nvPicPr>
          <p:cNvPr descr="NAWYLOGO.avif" id="350" name="Google Shape;350;p51"/>
          <p:cNvPicPr preferRelativeResize="0"/>
          <p:nvPr/>
        </p:nvPicPr>
        <p:blipFill rotWithShape="1">
          <a:blip r:embed="rId5">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54" name="Shape 354"/>
        <p:cNvGrpSpPr/>
        <p:nvPr/>
      </p:nvGrpSpPr>
      <p:grpSpPr>
        <a:xfrm>
          <a:off x="0" y="0"/>
          <a:ext cx="0" cy="0"/>
          <a:chOff x="0" y="0"/>
          <a:chExt cx="0" cy="0"/>
        </a:xfrm>
      </p:grpSpPr>
      <p:pic>
        <p:nvPicPr>
          <p:cNvPr descr="Screenshot 2025-11-13 at 7.05.02 PM.pngGoogle Shape;253;p33" id="355" name="Google Shape;355;p52"/>
          <p:cNvPicPr preferRelativeResize="0"/>
          <p:nvPr/>
        </p:nvPicPr>
        <p:blipFill rotWithShape="1">
          <a:blip r:embed="rId3">
            <a:alphaModFix/>
          </a:blip>
          <a:srcRect b="0" l="0" r="0" t="0"/>
          <a:stretch/>
        </p:blipFill>
        <p:spPr>
          <a:xfrm>
            <a:off x="-253257" y="-33337"/>
            <a:ext cx="9149606" cy="5210176"/>
          </a:xfrm>
          <a:prstGeom prst="rect">
            <a:avLst/>
          </a:prstGeom>
          <a:noFill/>
          <a:ln>
            <a:noFill/>
          </a:ln>
        </p:spPr>
      </p:pic>
      <p:sp>
        <p:nvSpPr>
          <p:cNvPr id="356" name="Google Shape;356;p52"/>
          <p:cNvSpPr txBox="1"/>
          <p:nvPr>
            <p:ph idx="12" type="sldNum"/>
          </p:nvPr>
        </p:nvSpPr>
        <p:spPr>
          <a:xfrm>
            <a:off x="4503944" y="4762500"/>
            <a:ext cx="138970"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357" name="Google Shape;357;p52"/>
          <p:cNvPicPr preferRelativeResize="0"/>
          <p:nvPr/>
        </p:nvPicPr>
        <p:blipFill rotWithShape="1">
          <a:blip r:embed="rId4">
            <a:alphaModFix/>
          </a:blip>
          <a:srcRect b="0" l="0" r="0" t="0"/>
          <a:stretch/>
        </p:blipFill>
        <p:spPr>
          <a:xfrm>
            <a:off x="8474325" y="4431624"/>
            <a:ext cx="565450" cy="711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61" name="Shape 361"/>
        <p:cNvGrpSpPr/>
        <p:nvPr/>
      </p:nvGrpSpPr>
      <p:grpSpPr>
        <a:xfrm>
          <a:off x="0" y="0"/>
          <a:ext cx="0" cy="0"/>
          <a:chOff x="0" y="0"/>
          <a:chExt cx="0" cy="0"/>
        </a:xfrm>
      </p:grpSpPr>
      <p:sp>
        <p:nvSpPr>
          <p:cNvPr id="362" name="Google Shape;362;p53"/>
          <p:cNvSpPr txBox="1"/>
          <p:nvPr/>
        </p:nvSpPr>
        <p:spPr>
          <a:xfrm>
            <a:off x="221400" y="2118720"/>
            <a:ext cx="8701201" cy="55245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3400"/>
              <a:buFont typeface="Poppins"/>
              <a:buNone/>
            </a:pPr>
            <a:r>
              <a:rPr b="1" i="0" lang="en" sz="3400" u="none" cap="none" strike="noStrike">
                <a:solidFill>
                  <a:srgbClr val="1E293B"/>
                </a:solidFill>
                <a:latin typeface="Poppins"/>
                <a:ea typeface="Poppins"/>
                <a:cs typeface="Poppins"/>
                <a:sym typeface="Poppins"/>
              </a:rPr>
              <a:t>Developing: Building a Server (Python)</a:t>
            </a:r>
            <a:endParaRPr sz="500"/>
          </a:p>
        </p:txBody>
      </p:sp>
      <p:sp>
        <p:nvSpPr>
          <p:cNvPr id="363" name="Google Shape;363;p53"/>
          <p:cNvSpPr txBox="1"/>
          <p:nvPr>
            <p:ph idx="12" type="sldNum"/>
          </p:nvPr>
        </p:nvSpPr>
        <p:spPr>
          <a:xfrm>
            <a:off x="4493418" y="4762500"/>
            <a:ext cx="160020"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364" name="Google Shape;364;p53"/>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68" name="Shape 368"/>
        <p:cNvGrpSpPr/>
        <p:nvPr/>
      </p:nvGrpSpPr>
      <p:grpSpPr>
        <a:xfrm>
          <a:off x="0" y="0"/>
          <a:ext cx="0" cy="0"/>
          <a:chOff x="0" y="0"/>
          <a:chExt cx="0" cy="0"/>
        </a:xfrm>
      </p:grpSpPr>
      <p:sp>
        <p:nvSpPr>
          <p:cNvPr id="369" name="Google Shape;369;p54"/>
          <p:cNvSpPr txBox="1"/>
          <p:nvPr/>
        </p:nvSpPr>
        <p:spPr>
          <a:xfrm>
            <a:off x="1005318" y="1562176"/>
            <a:ext cx="6143700" cy="2541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u="none" cap="none" strike="noStrike">
                <a:solidFill>
                  <a:srgbClr val="475569"/>
                </a:solidFill>
                <a:latin typeface="Lato"/>
                <a:ea typeface="Lato"/>
                <a:cs typeface="Lato"/>
                <a:sym typeface="Lato"/>
              </a:rPr>
              <a:t>An MCP Server is, at its core, a simple web server`.</a:t>
            </a:r>
            <a:endParaRPr sz="900"/>
          </a:p>
        </p:txBody>
      </p:sp>
      <p:sp>
        <p:nvSpPr>
          <p:cNvPr id="370" name="Google Shape;370;p54"/>
          <p:cNvSpPr txBox="1"/>
          <p:nvPr/>
        </p:nvSpPr>
        <p:spPr>
          <a:xfrm>
            <a:off x="1005318" y="2151522"/>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u="none" cap="none" strike="noStrike">
                <a:solidFill>
                  <a:srgbClr val="475569"/>
                </a:solidFill>
                <a:latin typeface="Lato"/>
                <a:ea typeface="Lato"/>
                <a:cs typeface="Lato"/>
                <a:sym typeface="Lato"/>
              </a:rPr>
              <a:t>It must implement the standard MCP API endpoints (mcp/info, tools/list, tools/call, etc.).</a:t>
            </a:r>
            <a:endParaRPr sz="900"/>
          </a:p>
        </p:txBody>
      </p:sp>
      <p:sp>
        <p:nvSpPr>
          <p:cNvPr id="371" name="Google Shape;371;p54"/>
          <p:cNvSpPr txBox="1"/>
          <p:nvPr/>
        </p:nvSpPr>
        <p:spPr>
          <a:xfrm>
            <a:off x="1016018" y="2870080"/>
            <a:ext cx="6143700" cy="2541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u="none" cap="none" strike="noStrike">
                <a:solidFill>
                  <a:srgbClr val="475569"/>
                </a:solidFill>
                <a:latin typeface="Lato"/>
                <a:ea typeface="Lato"/>
                <a:cs typeface="Lato"/>
                <a:sym typeface="Lato"/>
              </a:rPr>
              <a:t>This is made *much* easier by using the official SDKs, such as mcp-sdk-python.</a:t>
            </a:r>
            <a:endParaRPr sz="900"/>
          </a:p>
        </p:txBody>
      </p:sp>
      <p:sp>
        <p:nvSpPr>
          <p:cNvPr id="372" name="Google Shape;372;p54"/>
          <p:cNvSpPr txBox="1"/>
          <p:nvPr/>
        </p:nvSpPr>
        <p:spPr>
          <a:xfrm>
            <a:off x="994593" y="3403438"/>
            <a:ext cx="6143700" cy="5772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u="none" cap="none" strike="noStrike">
                <a:solidFill>
                  <a:srgbClr val="475569"/>
                </a:solidFill>
                <a:latin typeface="Lato"/>
                <a:ea typeface="Lato"/>
                <a:cs typeface="Lato"/>
                <a:sym typeface="Lato"/>
              </a:rPr>
              <a:t>The SDK provides a library like FastMCP (built on FastAPI) that handles the protocol for you.</a:t>
            </a:r>
            <a:endParaRPr sz="900"/>
          </a:p>
        </p:txBody>
      </p:sp>
      <p:pic>
        <p:nvPicPr>
          <p:cNvPr descr="Google Shape;269;p35" id="373" name="Google Shape;373;p54"/>
          <p:cNvPicPr preferRelativeResize="0"/>
          <p:nvPr/>
        </p:nvPicPr>
        <p:blipFill rotWithShape="1">
          <a:blip r:embed="rId3">
            <a:alphaModFix/>
          </a:blip>
          <a:srcRect b="0" l="0" r="0" t="0"/>
          <a:stretch/>
        </p:blipFill>
        <p:spPr>
          <a:xfrm>
            <a:off x="791426" y="1584369"/>
            <a:ext cx="171450" cy="171450"/>
          </a:xfrm>
          <a:prstGeom prst="rect">
            <a:avLst/>
          </a:prstGeom>
          <a:noFill/>
          <a:ln>
            <a:noFill/>
          </a:ln>
        </p:spPr>
      </p:pic>
      <p:pic>
        <p:nvPicPr>
          <p:cNvPr descr="Google Shape;270;p35" id="374" name="Google Shape;374;p54"/>
          <p:cNvPicPr preferRelativeResize="0"/>
          <p:nvPr/>
        </p:nvPicPr>
        <p:blipFill rotWithShape="1">
          <a:blip r:embed="rId4">
            <a:alphaModFix/>
          </a:blip>
          <a:srcRect b="0" l="0" r="0" t="0"/>
          <a:stretch/>
        </p:blipFill>
        <p:spPr>
          <a:xfrm>
            <a:off x="812857" y="2158666"/>
            <a:ext cx="128588" cy="171450"/>
          </a:xfrm>
          <a:prstGeom prst="rect">
            <a:avLst/>
          </a:prstGeom>
          <a:noFill/>
          <a:ln>
            <a:noFill/>
          </a:ln>
        </p:spPr>
      </p:pic>
      <p:pic>
        <p:nvPicPr>
          <p:cNvPr descr="Google Shape;271;p35" id="375" name="Google Shape;375;p54"/>
          <p:cNvPicPr preferRelativeResize="0"/>
          <p:nvPr/>
        </p:nvPicPr>
        <p:blipFill rotWithShape="1">
          <a:blip r:embed="rId5">
            <a:alphaModFix/>
          </a:blip>
          <a:srcRect b="0" l="0" r="0" t="0"/>
          <a:stretch/>
        </p:blipFill>
        <p:spPr>
          <a:xfrm>
            <a:off x="812842" y="2877224"/>
            <a:ext cx="150019" cy="171450"/>
          </a:xfrm>
          <a:prstGeom prst="rect">
            <a:avLst/>
          </a:prstGeom>
          <a:noFill/>
          <a:ln>
            <a:noFill/>
          </a:ln>
        </p:spPr>
      </p:pic>
      <p:pic>
        <p:nvPicPr>
          <p:cNvPr descr="Google Shape;272;p35" id="376" name="Google Shape;376;p54"/>
          <p:cNvPicPr preferRelativeResize="0"/>
          <p:nvPr/>
        </p:nvPicPr>
        <p:blipFill rotWithShape="1">
          <a:blip r:embed="rId6">
            <a:alphaModFix/>
          </a:blip>
          <a:srcRect b="0" l="0" r="0" t="0"/>
          <a:stretch/>
        </p:blipFill>
        <p:spPr>
          <a:xfrm>
            <a:off x="791417" y="3410583"/>
            <a:ext cx="150019" cy="171450"/>
          </a:xfrm>
          <a:prstGeom prst="rect">
            <a:avLst/>
          </a:prstGeom>
          <a:noFill/>
          <a:ln>
            <a:noFill/>
          </a:ln>
        </p:spPr>
      </p:pic>
      <p:sp>
        <p:nvSpPr>
          <p:cNvPr id="377" name="Google Shape;377;p54"/>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Building a Server: Overview</a:t>
            </a:r>
            <a:endParaRPr sz="500"/>
          </a:p>
        </p:txBody>
      </p:sp>
      <p:sp>
        <p:nvSpPr>
          <p:cNvPr id="378" name="Google Shape;378;p54"/>
          <p:cNvSpPr txBox="1"/>
          <p:nvPr>
            <p:ph idx="12" type="sldNum"/>
          </p:nvPr>
        </p:nvSpPr>
        <p:spPr>
          <a:xfrm>
            <a:off x="4506611" y="4762500"/>
            <a:ext cx="133636"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379" name="Google Shape;379;p54"/>
          <p:cNvPicPr preferRelativeResize="0"/>
          <p:nvPr/>
        </p:nvPicPr>
        <p:blipFill rotWithShape="1">
          <a:blip r:embed="rId7">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83" name="Shape 383"/>
        <p:cNvGrpSpPr/>
        <p:nvPr/>
      </p:nvGrpSpPr>
      <p:grpSpPr>
        <a:xfrm>
          <a:off x="0" y="0"/>
          <a:ext cx="0" cy="0"/>
          <a:chOff x="0" y="0"/>
          <a:chExt cx="0" cy="0"/>
        </a:xfrm>
      </p:grpSpPr>
      <p:sp>
        <p:nvSpPr>
          <p:cNvPr id="384" name="Google Shape;384;p55"/>
          <p:cNvSpPr txBox="1"/>
          <p:nvPr/>
        </p:nvSpPr>
        <p:spPr>
          <a:xfrm>
            <a:off x="414338" y="711210"/>
            <a:ext cx="8315325" cy="2774344"/>
          </a:xfrm>
          <a:prstGeom prst="rect">
            <a:avLst/>
          </a:prstGeom>
          <a:noFill/>
          <a:ln>
            <a:noFill/>
          </a:ln>
        </p:spPr>
        <p:txBody>
          <a:bodyPr anchorCtr="0" anchor="ctr" bIns="68550" lIns="68550" spcFirstLastPara="1" rIns="68550" wrap="square" tIns="68550">
            <a:spAutoFit/>
          </a:bodyPr>
          <a:lstStyle/>
          <a:p>
            <a:pPr indent="0" lvl="0" marL="0" marR="0" rtl="0" algn="l">
              <a:lnSpc>
                <a:spcPct val="115000"/>
              </a:lnSpc>
              <a:spcBef>
                <a:spcPts val="0"/>
              </a:spcBef>
              <a:spcAft>
                <a:spcPts val="0"/>
              </a:spcAft>
              <a:buClr>
                <a:srgbClr val="1F2328"/>
              </a:buClr>
              <a:buSzPts val="1200"/>
              <a:buFont typeface="Arial"/>
              <a:buNone/>
            </a:pPr>
            <a:r>
              <a:rPr b="0" i="0" lang="en" sz="1200" u="none" cap="none" strike="noStrike">
                <a:solidFill>
                  <a:srgbClr val="1F2328"/>
                </a:solidFill>
                <a:latin typeface="Arial"/>
                <a:ea typeface="Arial"/>
                <a:cs typeface="Arial"/>
                <a:sym typeface="Arial"/>
              </a:rPr>
              <a:t>The Model Context Protocol allows applications to provide context for LLMs in a standardized way, separating the concerns of providing context from the actual LLM interaction. This Python SDK implements the full MCP specification, making it easy to:</a:t>
            </a:r>
            <a:endParaRPr sz="500"/>
          </a:p>
          <a:p>
            <a:pPr indent="-241300" lvl="0" marL="292100" marR="0" rtl="0" algn="l">
              <a:lnSpc>
                <a:spcPct val="115000"/>
              </a:lnSpc>
              <a:spcBef>
                <a:spcPts val="900"/>
              </a:spcBef>
              <a:spcAft>
                <a:spcPts val="0"/>
              </a:spcAft>
              <a:buClr>
                <a:srgbClr val="1F2328"/>
              </a:buClr>
              <a:buSzPts val="1200"/>
              <a:buFont typeface="Arial"/>
              <a:buChar char="●"/>
            </a:pPr>
            <a:r>
              <a:rPr b="0" i="0" lang="en" sz="1200" u="none" cap="none" strike="noStrike">
                <a:solidFill>
                  <a:srgbClr val="1F2328"/>
                </a:solidFill>
                <a:latin typeface="Arial"/>
                <a:ea typeface="Arial"/>
                <a:cs typeface="Arial"/>
                <a:sym typeface="Arial"/>
              </a:rPr>
              <a:t>Build MCP clients that can connect to any MCP server</a:t>
            </a:r>
            <a:endParaRPr sz="500"/>
          </a:p>
          <a:p>
            <a:pPr indent="-241300" lvl="0" marL="292100" marR="0" rtl="0" algn="l">
              <a:lnSpc>
                <a:spcPct val="115000"/>
              </a:lnSpc>
              <a:spcBef>
                <a:spcPts val="900"/>
              </a:spcBef>
              <a:spcAft>
                <a:spcPts val="0"/>
              </a:spcAft>
              <a:buClr>
                <a:srgbClr val="1F2328"/>
              </a:buClr>
              <a:buSzPts val="1200"/>
              <a:buFont typeface="Arial"/>
              <a:buChar char="●"/>
            </a:pPr>
            <a:r>
              <a:rPr b="0" i="0" lang="en" sz="1200" u="none" cap="none" strike="noStrike">
                <a:solidFill>
                  <a:srgbClr val="1F2328"/>
                </a:solidFill>
                <a:latin typeface="Arial"/>
                <a:ea typeface="Arial"/>
                <a:cs typeface="Arial"/>
                <a:sym typeface="Arial"/>
              </a:rPr>
              <a:t>Create MCP servers that expose resources, prompts and tools</a:t>
            </a:r>
            <a:endParaRPr sz="500"/>
          </a:p>
          <a:p>
            <a:pPr indent="-241300" lvl="0" marL="292100" marR="0" rtl="0" algn="l">
              <a:lnSpc>
                <a:spcPct val="115000"/>
              </a:lnSpc>
              <a:spcBef>
                <a:spcPts val="900"/>
              </a:spcBef>
              <a:spcAft>
                <a:spcPts val="0"/>
              </a:spcAft>
              <a:buClr>
                <a:srgbClr val="1F2328"/>
              </a:buClr>
              <a:buSzPts val="1200"/>
              <a:buFont typeface="Arial"/>
              <a:buChar char="●"/>
            </a:pPr>
            <a:r>
              <a:rPr b="0" i="0" lang="en" sz="1200" u="none" cap="none" strike="noStrike">
                <a:solidFill>
                  <a:srgbClr val="1F2328"/>
                </a:solidFill>
                <a:latin typeface="Arial"/>
                <a:ea typeface="Arial"/>
                <a:cs typeface="Arial"/>
                <a:sym typeface="Arial"/>
              </a:rPr>
              <a:t>Use standard transports like stdio, SSE, and Streamable HTTP</a:t>
            </a:r>
            <a:endParaRPr sz="500"/>
          </a:p>
          <a:p>
            <a:pPr indent="-241300" lvl="0" marL="292100" marR="0" rtl="0" algn="l">
              <a:lnSpc>
                <a:spcPct val="115000"/>
              </a:lnSpc>
              <a:spcBef>
                <a:spcPts val="900"/>
              </a:spcBef>
              <a:spcAft>
                <a:spcPts val="0"/>
              </a:spcAft>
              <a:buClr>
                <a:srgbClr val="1F2328"/>
              </a:buClr>
              <a:buSzPts val="1200"/>
              <a:buFont typeface="Arial"/>
              <a:buChar char="●"/>
            </a:pPr>
            <a:r>
              <a:rPr b="0" i="0" lang="en" sz="1200" u="none" cap="none" strike="noStrike">
                <a:solidFill>
                  <a:srgbClr val="1F2328"/>
                </a:solidFill>
                <a:latin typeface="Arial"/>
                <a:ea typeface="Arial"/>
                <a:cs typeface="Arial"/>
                <a:sym typeface="Arial"/>
              </a:rPr>
              <a:t>Handle all MCP protocol messages and lifecycle events</a:t>
            </a:r>
            <a:endParaRPr sz="500"/>
          </a:p>
        </p:txBody>
      </p:sp>
      <p:sp>
        <p:nvSpPr>
          <p:cNvPr id="385" name="Google Shape;385;p55"/>
          <p:cNvSpPr txBox="1"/>
          <p:nvPr/>
        </p:nvSpPr>
        <p:spPr>
          <a:xfrm>
            <a:off x="3360135" y="3385599"/>
            <a:ext cx="5029200" cy="441342"/>
          </a:xfrm>
          <a:prstGeom prst="rect">
            <a:avLst/>
          </a:prstGeom>
          <a:noFill/>
          <a:ln>
            <a:noFill/>
          </a:ln>
        </p:spPr>
        <p:txBody>
          <a:bodyPr anchorCtr="0" anchor="ctr" bIns="68550" lIns="68550" spcFirstLastPara="1" rIns="68550" wrap="square" tIns="68550">
            <a:spAutoFit/>
          </a:bodyPr>
          <a:lstStyle/>
          <a:p>
            <a:pPr indent="0" lvl="0" marL="0" marR="0" rtl="0" algn="l">
              <a:lnSpc>
                <a:spcPct val="90000"/>
              </a:lnSpc>
              <a:spcBef>
                <a:spcPts val="0"/>
              </a:spcBef>
              <a:spcAft>
                <a:spcPts val="0"/>
              </a:spcAft>
              <a:buClr>
                <a:schemeClr val="accent5"/>
              </a:buClr>
              <a:buSzPts val="2400"/>
              <a:buFont typeface="Calibri"/>
              <a:buNone/>
            </a:pPr>
            <a:r>
              <a:rPr b="0" i="0" lang="en" sz="2400" u="sng" cap="none" strike="noStrike">
                <a:solidFill>
                  <a:schemeClr val="hlink"/>
                </a:solidFill>
                <a:latin typeface="Calibri"/>
                <a:ea typeface="Calibri"/>
                <a:cs typeface="Calibri"/>
                <a:sym typeface="Calibri"/>
                <a:hlinkClick r:id="rId3"/>
              </a:rPr>
              <a:t>Python SDK</a:t>
            </a:r>
            <a:endParaRPr sz="500"/>
          </a:p>
        </p:txBody>
      </p:sp>
      <p:sp>
        <p:nvSpPr>
          <p:cNvPr id="386" name="Google Shape;386;p55"/>
          <p:cNvSpPr txBox="1"/>
          <p:nvPr/>
        </p:nvSpPr>
        <p:spPr>
          <a:xfrm>
            <a:off x="428625" y="242887"/>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Python SDK: FastMCP</a:t>
            </a:r>
            <a:endParaRPr sz="500"/>
          </a:p>
        </p:txBody>
      </p:sp>
      <p:sp>
        <p:nvSpPr>
          <p:cNvPr id="387" name="Google Shape;387;p55"/>
          <p:cNvSpPr txBox="1"/>
          <p:nvPr>
            <p:ph idx="12" type="sldNum"/>
          </p:nvPr>
        </p:nvSpPr>
        <p:spPr>
          <a:xfrm>
            <a:off x="4499229" y="4762500"/>
            <a:ext cx="148400"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388" name="Google Shape;388;p55"/>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392" name="Shape 392"/>
        <p:cNvGrpSpPr/>
        <p:nvPr/>
      </p:nvGrpSpPr>
      <p:grpSpPr>
        <a:xfrm>
          <a:off x="0" y="0"/>
          <a:ext cx="0" cy="0"/>
          <a:chOff x="0" y="0"/>
          <a:chExt cx="0" cy="0"/>
        </a:xfrm>
      </p:grpSpPr>
      <p:pic>
        <p:nvPicPr>
          <p:cNvPr descr="Google Shape;285;p37" id="393" name="Google Shape;393;p56"/>
          <p:cNvPicPr preferRelativeResize="0"/>
          <p:nvPr/>
        </p:nvPicPr>
        <p:blipFill rotWithShape="1">
          <a:blip r:embed="rId3">
            <a:alphaModFix/>
          </a:blip>
          <a:srcRect b="0" l="0" r="0" t="0"/>
          <a:stretch/>
        </p:blipFill>
        <p:spPr>
          <a:xfrm>
            <a:off x="428625" y="1725550"/>
            <a:ext cx="3964781" cy="2406663"/>
          </a:xfrm>
          <a:prstGeom prst="rect">
            <a:avLst/>
          </a:prstGeom>
          <a:noFill/>
          <a:ln>
            <a:noFill/>
          </a:ln>
        </p:spPr>
      </p:pic>
      <p:pic>
        <p:nvPicPr>
          <p:cNvPr descr="Google Shape;286;p37" id="394" name="Google Shape;394;p56"/>
          <p:cNvPicPr preferRelativeResize="0"/>
          <p:nvPr/>
        </p:nvPicPr>
        <p:blipFill rotWithShape="1">
          <a:blip r:embed="rId4">
            <a:alphaModFix/>
          </a:blip>
          <a:srcRect b="0" l="0" r="0" t="0"/>
          <a:stretch/>
        </p:blipFill>
        <p:spPr>
          <a:xfrm>
            <a:off x="4750594" y="1725550"/>
            <a:ext cx="3964781" cy="2406663"/>
          </a:xfrm>
          <a:prstGeom prst="rect">
            <a:avLst/>
          </a:prstGeom>
          <a:noFill/>
          <a:ln>
            <a:noFill/>
          </a:ln>
        </p:spPr>
      </p:pic>
      <p:sp>
        <p:nvSpPr>
          <p:cNvPr id="395" name="Google Shape;395;p56"/>
          <p:cNvSpPr txBox="1"/>
          <p:nvPr/>
        </p:nvSpPr>
        <p:spPr>
          <a:xfrm>
            <a:off x="721518" y="1897000"/>
            <a:ext cx="3548026"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1400"/>
              <a:buFont typeface="Poppins"/>
              <a:buNone/>
            </a:pPr>
            <a:r>
              <a:rPr b="0" i="0" lang="en" sz="1400" u="none" cap="none" strike="noStrike">
                <a:solidFill>
                  <a:srgbClr val="000000"/>
                </a:solidFill>
                <a:latin typeface="Poppins"/>
                <a:ea typeface="Poppins"/>
                <a:cs typeface="Poppins"/>
                <a:sym typeface="Poppins"/>
              </a:rPr>
              <a:t>FastMCP</a:t>
            </a:r>
            <a:endParaRPr sz="500"/>
          </a:p>
        </p:txBody>
      </p:sp>
      <p:sp>
        <p:nvSpPr>
          <p:cNvPr id="396" name="Google Shape;396;p56"/>
          <p:cNvSpPr txBox="1"/>
          <p:nvPr/>
        </p:nvSpPr>
        <p:spPr>
          <a:xfrm>
            <a:off x="721518" y="2193465"/>
            <a:ext cx="3379051" cy="407194"/>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The mcp-sdk-python library includes FastMCP, which is built on the popular FastAPI framework.</a:t>
            </a:r>
            <a:endParaRPr sz="500"/>
          </a:p>
        </p:txBody>
      </p:sp>
      <p:sp>
        <p:nvSpPr>
          <p:cNvPr id="397" name="Google Shape;397;p56"/>
          <p:cNvSpPr txBox="1"/>
          <p:nvPr/>
        </p:nvSpPr>
        <p:spPr>
          <a:xfrm>
            <a:off x="721518" y="2717080"/>
            <a:ext cx="3379051" cy="407194"/>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It provides Python decorators that automatically turn your functions into MCP-compliant tools and resources.</a:t>
            </a:r>
            <a:endParaRPr sz="500"/>
          </a:p>
        </p:txBody>
      </p:sp>
      <p:sp>
        <p:nvSpPr>
          <p:cNvPr id="398" name="Google Shape;398;p56"/>
          <p:cNvSpPr txBox="1"/>
          <p:nvPr/>
        </p:nvSpPr>
        <p:spPr>
          <a:xfrm>
            <a:off x="5043487" y="1897000"/>
            <a:ext cx="3548026" cy="24288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1400"/>
              <a:buFont typeface="Poppins"/>
              <a:buNone/>
            </a:pPr>
            <a:r>
              <a:rPr b="0" i="0" lang="en" sz="1400" u="none" cap="none" strike="noStrike">
                <a:solidFill>
                  <a:srgbClr val="000000"/>
                </a:solidFill>
                <a:latin typeface="Poppins"/>
                <a:ea typeface="Poppins"/>
                <a:cs typeface="Poppins"/>
                <a:sym typeface="Poppins"/>
              </a:rPr>
              <a:t>How it Works</a:t>
            </a:r>
            <a:endParaRPr sz="500"/>
          </a:p>
        </p:txBody>
      </p:sp>
      <p:sp>
        <p:nvSpPr>
          <p:cNvPr id="399" name="Google Shape;399;p56"/>
          <p:cNvSpPr txBox="1"/>
          <p:nvPr/>
        </p:nvSpPr>
        <p:spPr>
          <a:xfrm>
            <a:off x="5043487" y="2193465"/>
            <a:ext cx="3379051" cy="407194"/>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You simply define a function, add a decorator like @mcp.tool(), and the SDK automatically:</a:t>
            </a:r>
            <a:endParaRPr sz="500"/>
          </a:p>
        </p:txBody>
      </p:sp>
      <p:sp>
        <p:nvSpPr>
          <p:cNvPr id="400" name="Google Shape;400;p56"/>
          <p:cNvSpPr txBox="1"/>
          <p:nvPr/>
        </p:nvSpPr>
        <p:spPr>
          <a:xfrm>
            <a:off x="5150643" y="2827808"/>
            <a:ext cx="71551" cy="18573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a:t>
            </a:r>
            <a:endParaRPr sz="500"/>
          </a:p>
        </p:txBody>
      </p:sp>
      <p:sp>
        <p:nvSpPr>
          <p:cNvPr id="401" name="Google Shape;401;p56"/>
          <p:cNvSpPr txBox="1"/>
          <p:nvPr/>
        </p:nvSpPr>
        <p:spPr>
          <a:xfrm>
            <a:off x="5293519" y="2827808"/>
            <a:ext cx="3128963" cy="185738"/>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Generates the JSON Schema for parameters.</a:t>
            </a:r>
            <a:endParaRPr sz="500"/>
          </a:p>
        </p:txBody>
      </p:sp>
      <p:sp>
        <p:nvSpPr>
          <p:cNvPr id="402" name="Google Shape;402;p56"/>
          <p:cNvSpPr txBox="1"/>
          <p:nvPr/>
        </p:nvSpPr>
        <p:spPr>
          <a:xfrm>
            <a:off x="5150643" y="3127845"/>
            <a:ext cx="71551" cy="18573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a:t>
            </a:r>
            <a:endParaRPr sz="500"/>
          </a:p>
        </p:txBody>
      </p:sp>
      <p:sp>
        <p:nvSpPr>
          <p:cNvPr id="403" name="Google Shape;403;p56"/>
          <p:cNvSpPr txBox="1"/>
          <p:nvPr/>
        </p:nvSpPr>
        <p:spPr>
          <a:xfrm>
            <a:off x="5293519" y="3127845"/>
            <a:ext cx="3128963" cy="185738"/>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Publishes the tool in the tools/list endpoint.</a:t>
            </a:r>
            <a:endParaRPr sz="500"/>
          </a:p>
        </p:txBody>
      </p:sp>
      <p:sp>
        <p:nvSpPr>
          <p:cNvPr id="404" name="Google Shape;404;p56"/>
          <p:cNvSpPr txBox="1"/>
          <p:nvPr/>
        </p:nvSpPr>
        <p:spPr>
          <a:xfrm>
            <a:off x="5150643" y="3437148"/>
            <a:ext cx="71551" cy="185738"/>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a:t>
            </a:r>
            <a:endParaRPr sz="500"/>
          </a:p>
        </p:txBody>
      </p:sp>
      <p:sp>
        <p:nvSpPr>
          <p:cNvPr id="405" name="Google Shape;405;p56"/>
          <p:cNvSpPr txBox="1"/>
          <p:nvPr/>
        </p:nvSpPr>
        <p:spPr>
          <a:xfrm>
            <a:off x="5293519" y="3437148"/>
            <a:ext cx="3128963" cy="185738"/>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Routes tools/call requests to your function.</a:t>
            </a:r>
            <a:endParaRPr sz="500"/>
          </a:p>
        </p:txBody>
      </p:sp>
      <p:sp>
        <p:nvSpPr>
          <p:cNvPr id="406" name="Google Shape;406;p56"/>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Python SDK: FastMCP</a:t>
            </a:r>
            <a:endParaRPr sz="500"/>
          </a:p>
        </p:txBody>
      </p:sp>
      <p:sp>
        <p:nvSpPr>
          <p:cNvPr id="407" name="Google Shape;407;p56"/>
          <p:cNvSpPr txBox="1"/>
          <p:nvPr>
            <p:ph idx="12" type="sldNum"/>
          </p:nvPr>
        </p:nvSpPr>
        <p:spPr>
          <a:xfrm>
            <a:off x="4496847" y="4762500"/>
            <a:ext cx="153162"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08" name="Google Shape;408;p56"/>
          <p:cNvPicPr preferRelativeResize="0"/>
          <p:nvPr/>
        </p:nvPicPr>
        <p:blipFill rotWithShape="1">
          <a:blip r:embed="rId5">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12" name="Shape 412"/>
        <p:cNvGrpSpPr/>
        <p:nvPr/>
      </p:nvGrpSpPr>
      <p:grpSpPr>
        <a:xfrm>
          <a:off x="0" y="0"/>
          <a:ext cx="0" cy="0"/>
          <a:chOff x="0" y="0"/>
          <a:chExt cx="0" cy="0"/>
        </a:xfrm>
      </p:grpSpPr>
      <p:pic>
        <p:nvPicPr>
          <p:cNvPr descr="Screenshot 2025-11-15 at 7.24.52 PM.pngGoogle Shape;303;p38" id="413" name="Google Shape;413;p57"/>
          <p:cNvPicPr preferRelativeResize="0"/>
          <p:nvPr/>
        </p:nvPicPr>
        <p:blipFill rotWithShape="1">
          <a:blip r:embed="rId3">
            <a:alphaModFix/>
          </a:blip>
          <a:srcRect b="0" l="0" r="0" t="0"/>
          <a:stretch/>
        </p:blipFill>
        <p:spPr>
          <a:xfrm>
            <a:off x="-1" y="0"/>
            <a:ext cx="9144000" cy="5143500"/>
          </a:xfrm>
          <a:prstGeom prst="rect">
            <a:avLst/>
          </a:prstGeom>
          <a:noFill/>
          <a:ln>
            <a:noFill/>
          </a:ln>
        </p:spPr>
      </p:pic>
      <p:sp>
        <p:nvSpPr>
          <p:cNvPr id="414" name="Google Shape;414;p57"/>
          <p:cNvSpPr txBox="1"/>
          <p:nvPr>
            <p:ph idx="12" type="sldNum"/>
          </p:nvPr>
        </p:nvSpPr>
        <p:spPr>
          <a:xfrm>
            <a:off x="4497895" y="4762500"/>
            <a:ext cx="151067"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15" name="Google Shape;415;p57"/>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19" name="Shape 419"/>
        <p:cNvGrpSpPr/>
        <p:nvPr/>
      </p:nvGrpSpPr>
      <p:grpSpPr>
        <a:xfrm>
          <a:off x="0" y="0"/>
          <a:ext cx="0" cy="0"/>
          <a:chOff x="0" y="0"/>
          <a:chExt cx="0" cy="0"/>
        </a:xfrm>
      </p:grpSpPr>
      <p:sp>
        <p:nvSpPr>
          <p:cNvPr id="420" name="Google Shape;420;p58"/>
          <p:cNvSpPr txBox="1"/>
          <p:nvPr/>
        </p:nvSpPr>
        <p:spPr>
          <a:xfrm>
            <a:off x="0" y="115856"/>
            <a:ext cx="9081001" cy="470513"/>
          </a:xfrm>
          <a:prstGeom prst="rect">
            <a:avLst/>
          </a:prstGeom>
          <a:noFill/>
          <a:ln>
            <a:noFill/>
          </a:ln>
        </p:spPr>
        <p:txBody>
          <a:bodyPr anchorCtr="0" anchor="ctr" bIns="68550" lIns="68550" spcFirstLastPara="1" rIns="68550" wrap="square" tIns="685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How to use Server</a:t>
            </a:r>
            <a:endParaRPr sz="500"/>
          </a:p>
        </p:txBody>
      </p:sp>
      <p:sp>
        <p:nvSpPr>
          <p:cNvPr id="421" name="Google Shape;421;p58"/>
          <p:cNvSpPr txBox="1"/>
          <p:nvPr/>
        </p:nvSpPr>
        <p:spPr>
          <a:xfrm>
            <a:off x="0" y="644081"/>
            <a:ext cx="9144000" cy="918900"/>
          </a:xfrm>
          <a:prstGeom prst="rect">
            <a:avLst/>
          </a:prstGeom>
          <a:noFill/>
          <a:ln>
            <a:noFill/>
          </a:ln>
        </p:spPr>
        <p:txBody>
          <a:bodyPr anchorCtr="0" anchor="ctr" bIns="68550" lIns="68550" spcFirstLastPara="1" rIns="68550" wrap="square" tIns="68550">
            <a:spAutoFit/>
          </a:bodyPr>
          <a:lstStyle/>
          <a:p>
            <a:pPr indent="-317500" lvl="0" marL="330200" marR="0" rtl="0" algn="l">
              <a:lnSpc>
                <a:spcPct val="90000"/>
              </a:lnSpc>
              <a:spcBef>
                <a:spcPts val="0"/>
              </a:spcBef>
              <a:spcAft>
                <a:spcPts val="0"/>
              </a:spcAft>
              <a:buClr>
                <a:srgbClr val="000000"/>
              </a:buClr>
              <a:buSzPts val="2400"/>
              <a:buFont typeface="Calibri"/>
              <a:buChar char="-"/>
            </a:pPr>
            <a:r>
              <a:rPr lang="en" sz="1200">
                <a:solidFill>
                  <a:srgbClr val="1F2328"/>
                </a:solidFill>
              </a:rPr>
              <a:t>Add server to the configuration file, in case of claude desktop use “claude_desktop_config.json”</a:t>
            </a:r>
            <a:endParaRPr sz="1200">
              <a:solidFill>
                <a:srgbClr val="1F2328"/>
              </a:solidFill>
            </a:endParaRPr>
          </a:p>
          <a:p>
            <a:pPr indent="-317500" lvl="0" marL="330200" marR="0" rtl="0" algn="l">
              <a:lnSpc>
                <a:spcPct val="90000"/>
              </a:lnSpc>
              <a:spcBef>
                <a:spcPts val="900"/>
              </a:spcBef>
              <a:spcAft>
                <a:spcPts val="0"/>
              </a:spcAft>
              <a:buClr>
                <a:srgbClr val="000000"/>
              </a:buClr>
              <a:buSzPts val="2400"/>
              <a:buFont typeface="Calibri"/>
              <a:buChar char="-"/>
            </a:pPr>
            <a:r>
              <a:rPr lang="en" sz="1200">
                <a:solidFill>
                  <a:srgbClr val="1F2328"/>
                </a:solidFill>
              </a:rPr>
              <a:t>Restart claude desktop</a:t>
            </a:r>
            <a:endParaRPr sz="1200">
              <a:solidFill>
                <a:srgbClr val="1F2328"/>
              </a:solidFill>
            </a:endParaRPr>
          </a:p>
        </p:txBody>
      </p:sp>
      <p:pic>
        <p:nvPicPr>
          <p:cNvPr descr="Screenshot 2025-11-15 at 7.29.21 PM.pngGoogle Shape;310;p39" id="422" name="Google Shape;422;p58"/>
          <p:cNvPicPr preferRelativeResize="0"/>
          <p:nvPr/>
        </p:nvPicPr>
        <p:blipFill rotWithShape="1">
          <a:blip r:embed="rId3">
            <a:alphaModFix/>
          </a:blip>
          <a:srcRect b="0" l="0" r="0" t="0"/>
          <a:stretch/>
        </p:blipFill>
        <p:spPr>
          <a:xfrm>
            <a:off x="2101302" y="2409483"/>
            <a:ext cx="4941395" cy="2494387"/>
          </a:xfrm>
          <a:prstGeom prst="rect">
            <a:avLst/>
          </a:prstGeom>
          <a:noFill/>
          <a:ln>
            <a:noFill/>
          </a:ln>
        </p:spPr>
      </p:pic>
      <p:sp>
        <p:nvSpPr>
          <p:cNvPr id="423" name="Google Shape;423;p58"/>
          <p:cNvSpPr txBox="1"/>
          <p:nvPr>
            <p:ph idx="12" type="sldNum"/>
          </p:nvPr>
        </p:nvSpPr>
        <p:spPr>
          <a:xfrm>
            <a:off x="4497657" y="4762500"/>
            <a:ext cx="151543"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24" name="Google Shape;424;p58"/>
          <p:cNvPicPr preferRelativeResize="0"/>
          <p:nvPr/>
        </p:nvPicPr>
        <p:blipFill rotWithShape="1">
          <a:blip r:embed="rId4">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28" name="Shape 428"/>
        <p:cNvGrpSpPr/>
        <p:nvPr/>
      </p:nvGrpSpPr>
      <p:grpSpPr>
        <a:xfrm>
          <a:off x="0" y="0"/>
          <a:ext cx="0" cy="0"/>
          <a:chOff x="0" y="0"/>
          <a:chExt cx="0" cy="0"/>
        </a:xfrm>
      </p:grpSpPr>
      <p:sp>
        <p:nvSpPr>
          <p:cNvPr id="429" name="Google Shape;429;p59"/>
          <p:cNvSpPr txBox="1"/>
          <p:nvPr/>
        </p:nvSpPr>
        <p:spPr>
          <a:xfrm>
            <a:off x="221456" y="1992968"/>
            <a:ext cx="8701088" cy="55245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3400"/>
              <a:buFont typeface="Poppins"/>
              <a:buNone/>
            </a:pPr>
            <a:r>
              <a:rPr b="1" i="0" lang="en" sz="3400" u="none" cap="none" strike="noStrike">
                <a:solidFill>
                  <a:srgbClr val="1E293B"/>
                </a:solidFill>
                <a:latin typeface="Poppins"/>
                <a:ea typeface="Poppins"/>
                <a:cs typeface="Poppins"/>
                <a:sym typeface="Poppins"/>
              </a:rPr>
              <a:t>Developing: Building a Client (Python)</a:t>
            </a:r>
            <a:endParaRPr sz="500"/>
          </a:p>
        </p:txBody>
      </p:sp>
      <p:sp>
        <p:nvSpPr>
          <p:cNvPr id="430" name="Google Shape;430;p59"/>
          <p:cNvSpPr txBox="1"/>
          <p:nvPr>
            <p:ph idx="12" type="sldNum"/>
          </p:nvPr>
        </p:nvSpPr>
        <p:spPr>
          <a:xfrm>
            <a:off x="4496085" y="4762500"/>
            <a:ext cx="154686"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31" name="Google Shape;431;p59"/>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35" name="Shape 435"/>
        <p:cNvGrpSpPr/>
        <p:nvPr/>
      </p:nvGrpSpPr>
      <p:grpSpPr>
        <a:xfrm>
          <a:off x="0" y="0"/>
          <a:ext cx="0" cy="0"/>
          <a:chOff x="0" y="0"/>
          <a:chExt cx="0" cy="0"/>
        </a:xfrm>
      </p:grpSpPr>
      <p:sp>
        <p:nvSpPr>
          <p:cNvPr id="436" name="Google Shape;436;p60"/>
          <p:cNvSpPr txBox="1"/>
          <p:nvPr/>
        </p:nvSpPr>
        <p:spPr>
          <a:xfrm>
            <a:off x="314381" y="1200648"/>
            <a:ext cx="7981800" cy="1588500"/>
          </a:xfrm>
          <a:prstGeom prst="rect">
            <a:avLst/>
          </a:prstGeom>
          <a:noFill/>
          <a:ln>
            <a:noFill/>
          </a:ln>
        </p:spPr>
        <p:txBody>
          <a:bodyPr anchorCtr="0" anchor="ctr" bIns="68550" lIns="68550" spcFirstLastPara="1" rIns="68550" wrap="square" tIns="68550">
            <a:spAutoFit/>
          </a:bodyPr>
          <a:lstStyle/>
          <a:p>
            <a:pPr indent="-304800" lvl="0" marL="330200" marR="0" rtl="0" algn="l">
              <a:lnSpc>
                <a:spcPct val="90000"/>
              </a:lnSpc>
              <a:spcBef>
                <a:spcPts val="0"/>
              </a:spcBef>
              <a:spcAft>
                <a:spcPts val="0"/>
              </a:spcAft>
              <a:buClr>
                <a:srgbClr val="000000"/>
              </a:buClr>
              <a:buSzPts val="2200"/>
              <a:buFont typeface="Calibri"/>
              <a:buChar char="-"/>
            </a:pPr>
            <a:r>
              <a:rPr i="0" lang="en" sz="2200" u="none" cap="none" strike="noStrike">
                <a:solidFill>
                  <a:srgbClr val="000000"/>
                </a:solidFill>
                <a:latin typeface="Calibri"/>
                <a:ea typeface="Calibri"/>
                <a:cs typeface="Calibri"/>
                <a:sym typeface="Calibri"/>
              </a:rPr>
              <a:t>Create Anthropic api key: </a:t>
            </a:r>
            <a:r>
              <a:rPr i="0" lang="en" sz="2200" u="sng" cap="none" strike="noStrike">
                <a:solidFill>
                  <a:schemeClr val="hlink"/>
                </a:solidFill>
                <a:latin typeface="Calibri"/>
                <a:ea typeface="Calibri"/>
                <a:cs typeface="Calibri"/>
                <a:sym typeface="Calibri"/>
                <a:hlinkClick r:id="rId3"/>
              </a:rPr>
              <a:t>https://console.anthropic.com/settings/keys</a:t>
            </a:r>
            <a:endParaRPr sz="300"/>
          </a:p>
          <a:p>
            <a:pPr indent="-304800" lvl="0" marL="330200" marR="0" rtl="0" algn="l">
              <a:lnSpc>
                <a:spcPct val="90000"/>
              </a:lnSpc>
              <a:spcBef>
                <a:spcPts val="900"/>
              </a:spcBef>
              <a:spcAft>
                <a:spcPts val="0"/>
              </a:spcAft>
              <a:buClr>
                <a:srgbClr val="000000"/>
              </a:buClr>
              <a:buSzPts val="2200"/>
              <a:buFont typeface="Calibri"/>
              <a:buChar char="-"/>
            </a:pPr>
            <a:r>
              <a:rPr i="0" lang="en" sz="2200" u="none" cap="none" strike="noStrike">
                <a:solidFill>
                  <a:srgbClr val="000000"/>
                </a:solidFill>
                <a:latin typeface="Calibri"/>
                <a:ea typeface="Calibri"/>
                <a:cs typeface="Calibri"/>
                <a:sym typeface="Calibri"/>
              </a:rPr>
              <a:t>Buy credits to be able to use your api key</a:t>
            </a:r>
            <a:endParaRPr sz="300"/>
          </a:p>
          <a:p>
            <a:pPr indent="-304800" lvl="0" marL="330200" marR="0" rtl="0" algn="l">
              <a:lnSpc>
                <a:spcPct val="90000"/>
              </a:lnSpc>
              <a:spcBef>
                <a:spcPts val="900"/>
              </a:spcBef>
              <a:spcAft>
                <a:spcPts val="0"/>
              </a:spcAft>
              <a:buClr>
                <a:srgbClr val="000000"/>
              </a:buClr>
              <a:buSzPts val="2200"/>
              <a:buFont typeface="Calibri"/>
              <a:buChar char="-"/>
            </a:pPr>
            <a:r>
              <a:rPr i="0" lang="en" sz="2200" u="none" cap="none" strike="noStrike">
                <a:solidFill>
                  <a:srgbClr val="000000"/>
                </a:solidFill>
                <a:latin typeface="Calibri"/>
                <a:ea typeface="Calibri"/>
                <a:cs typeface="Calibri"/>
                <a:sym typeface="Calibri"/>
              </a:rPr>
              <a:t>Run </a:t>
            </a:r>
            <a:r>
              <a:rPr i="0" lang="en" sz="2200" u="sng" cap="none" strike="noStrike">
                <a:solidFill>
                  <a:schemeClr val="hlink"/>
                </a:solidFill>
                <a:latin typeface="Calibri"/>
                <a:ea typeface="Calibri"/>
                <a:cs typeface="Calibri"/>
                <a:sym typeface="Calibri"/>
                <a:hlinkClick r:id="rId4"/>
              </a:rPr>
              <a:t>client.py</a:t>
            </a:r>
            <a:r>
              <a:rPr i="0" lang="en" sz="2200" u="none" cap="none" strike="noStrike">
                <a:solidFill>
                  <a:srgbClr val="000000"/>
                </a:solidFill>
                <a:latin typeface="Calibri"/>
                <a:ea typeface="Calibri"/>
                <a:cs typeface="Calibri"/>
                <a:sym typeface="Calibri"/>
              </a:rPr>
              <a:t> file after choosing path of your server file </a:t>
            </a:r>
            <a:endParaRPr sz="300"/>
          </a:p>
        </p:txBody>
      </p:sp>
      <p:sp>
        <p:nvSpPr>
          <p:cNvPr id="437" name="Google Shape;437;p60"/>
          <p:cNvSpPr txBox="1"/>
          <p:nvPr/>
        </p:nvSpPr>
        <p:spPr>
          <a:xfrm>
            <a:off x="428625" y="242888"/>
            <a:ext cx="8701201"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Building a client</a:t>
            </a:r>
            <a:endParaRPr sz="500"/>
          </a:p>
        </p:txBody>
      </p:sp>
      <p:sp>
        <p:nvSpPr>
          <p:cNvPr id="438" name="Google Shape;438;p60"/>
          <p:cNvSpPr txBox="1"/>
          <p:nvPr>
            <p:ph idx="12" type="sldNum"/>
          </p:nvPr>
        </p:nvSpPr>
        <p:spPr>
          <a:xfrm>
            <a:off x="4490799" y="4762500"/>
            <a:ext cx="165259"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39" name="Google Shape;439;p60"/>
          <p:cNvPicPr preferRelativeResize="0"/>
          <p:nvPr/>
        </p:nvPicPr>
        <p:blipFill rotWithShape="1">
          <a:blip r:embed="rId5">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43" name="Shape 443"/>
        <p:cNvGrpSpPr/>
        <p:nvPr/>
      </p:nvGrpSpPr>
      <p:grpSpPr>
        <a:xfrm>
          <a:off x="0" y="0"/>
          <a:ext cx="0" cy="0"/>
          <a:chOff x="0" y="0"/>
          <a:chExt cx="0" cy="0"/>
        </a:xfrm>
      </p:grpSpPr>
      <p:sp>
        <p:nvSpPr>
          <p:cNvPr id="444" name="Google Shape;444;p61"/>
          <p:cNvSpPr txBox="1"/>
          <p:nvPr/>
        </p:nvSpPr>
        <p:spPr>
          <a:xfrm>
            <a:off x="2051685" y="2295525"/>
            <a:ext cx="5040631" cy="55245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3400"/>
              <a:buFont typeface="Poppins"/>
              <a:buNone/>
            </a:pPr>
            <a:r>
              <a:rPr b="1" i="0" lang="en" sz="3400" u="none" cap="none" strike="noStrike">
                <a:solidFill>
                  <a:srgbClr val="1E293B"/>
                </a:solidFill>
                <a:latin typeface="Poppins"/>
                <a:ea typeface="Poppins"/>
                <a:cs typeface="Poppins"/>
                <a:sym typeface="Poppins"/>
              </a:rPr>
              <a:t>Developer Experience</a:t>
            </a:r>
            <a:endParaRPr sz="500"/>
          </a:p>
        </p:txBody>
      </p:sp>
      <p:sp>
        <p:nvSpPr>
          <p:cNvPr id="445" name="Google Shape;445;p61"/>
          <p:cNvSpPr txBox="1"/>
          <p:nvPr>
            <p:ph idx="12" type="sldNum"/>
          </p:nvPr>
        </p:nvSpPr>
        <p:spPr>
          <a:xfrm>
            <a:off x="4504467" y="4762500"/>
            <a:ext cx="137922"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46" name="Google Shape;446;p61"/>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50" name="Shape 450"/>
        <p:cNvGrpSpPr/>
        <p:nvPr/>
      </p:nvGrpSpPr>
      <p:grpSpPr>
        <a:xfrm>
          <a:off x="0" y="0"/>
          <a:ext cx="0" cy="0"/>
          <a:chOff x="0" y="0"/>
          <a:chExt cx="0" cy="0"/>
        </a:xfrm>
      </p:grpSpPr>
      <p:pic>
        <p:nvPicPr>
          <p:cNvPr descr="Google Shape;352;p46" id="451" name="Google Shape;451;p62"/>
          <p:cNvPicPr preferRelativeResize="0"/>
          <p:nvPr/>
        </p:nvPicPr>
        <p:blipFill rotWithShape="1">
          <a:blip r:embed="rId3">
            <a:alphaModFix/>
          </a:blip>
          <a:srcRect b="0" l="0" r="0" t="0"/>
          <a:stretch/>
        </p:blipFill>
        <p:spPr>
          <a:xfrm>
            <a:off x="4750594" y="1407319"/>
            <a:ext cx="3964781" cy="2857500"/>
          </a:xfrm>
          <a:prstGeom prst="rect">
            <a:avLst/>
          </a:prstGeom>
          <a:noFill/>
          <a:ln>
            <a:noFill/>
          </a:ln>
        </p:spPr>
      </p:pic>
      <p:sp>
        <p:nvSpPr>
          <p:cNvPr id="452" name="Google Shape;452;p62"/>
          <p:cNvSpPr txBox="1"/>
          <p:nvPr/>
        </p:nvSpPr>
        <p:spPr>
          <a:xfrm>
            <a:off x="407800" y="957131"/>
            <a:ext cx="41631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800"/>
              <a:buFont typeface="Poppins"/>
              <a:buNone/>
            </a:pPr>
            <a:r>
              <a:rPr b="0" i="0" lang="en" sz="1800" u="none" cap="none" strike="noStrike">
                <a:solidFill>
                  <a:srgbClr val="1E293B"/>
                </a:solidFill>
                <a:latin typeface="Poppins"/>
                <a:ea typeface="Poppins"/>
                <a:cs typeface="Poppins"/>
                <a:sym typeface="Poppins"/>
              </a:rPr>
              <a:t>What is it?</a:t>
            </a:r>
            <a:endParaRPr sz="500"/>
          </a:p>
        </p:txBody>
      </p:sp>
      <p:sp>
        <p:nvSpPr>
          <p:cNvPr id="453" name="Google Shape;453;p62"/>
          <p:cNvSpPr txBox="1"/>
          <p:nvPr/>
        </p:nvSpPr>
        <p:spPr>
          <a:xfrm>
            <a:off x="407800" y="1382184"/>
            <a:ext cx="3964800" cy="4233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The MCP Inspector is a graphical developer tool for debugging MCP connections.</a:t>
            </a:r>
            <a:endParaRPr sz="500"/>
          </a:p>
        </p:txBody>
      </p:sp>
      <p:sp>
        <p:nvSpPr>
          <p:cNvPr id="454" name="Google Shape;454;p62"/>
          <p:cNvSpPr txBox="1"/>
          <p:nvPr/>
        </p:nvSpPr>
        <p:spPr>
          <a:xfrm>
            <a:off x="407800" y="1896534"/>
            <a:ext cx="3964800" cy="4233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It acts as a "Host" application, allowing you to connect to any local or remote server and test its capabilities manually.</a:t>
            </a:r>
            <a:endParaRPr sz="500"/>
          </a:p>
        </p:txBody>
      </p:sp>
      <p:sp>
        <p:nvSpPr>
          <p:cNvPr id="455" name="Google Shape;455;p62"/>
          <p:cNvSpPr txBox="1"/>
          <p:nvPr/>
        </p:nvSpPr>
        <p:spPr>
          <a:xfrm>
            <a:off x="407800" y="2457318"/>
            <a:ext cx="41631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800"/>
              <a:buFont typeface="Poppins"/>
              <a:buNone/>
            </a:pPr>
            <a:r>
              <a:rPr b="0" i="0" lang="en" sz="1800" u="none" cap="none" strike="noStrike">
                <a:solidFill>
                  <a:srgbClr val="1E293B"/>
                </a:solidFill>
                <a:latin typeface="Poppins"/>
                <a:ea typeface="Poppins"/>
                <a:cs typeface="Poppins"/>
                <a:sym typeface="Poppins"/>
              </a:rPr>
              <a:t>Why use it?</a:t>
            </a:r>
            <a:endParaRPr sz="500"/>
          </a:p>
        </p:txBody>
      </p:sp>
      <p:sp>
        <p:nvSpPr>
          <p:cNvPr id="456" name="Google Shape;456;p62"/>
          <p:cNvSpPr txBox="1"/>
          <p:nvPr/>
        </p:nvSpPr>
        <p:spPr>
          <a:xfrm>
            <a:off x="514956" y="2971668"/>
            <a:ext cx="71400" cy="17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a:t>
            </a:r>
            <a:endParaRPr sz="500"/>
          </a:p>
        </p:txBody>
      </p:sp>
      <p:sp>
        <p:nvSpPr>
          <p:cNvPr id="457" name="Google Shape;457;p62"/>
          <p:cNvSpPr txBox="1"/>
          <p:nvPr/>
        </p:nvSpPr>
        <p:spPr>
          <a:xfrm>
            <a:off x="657831" y="2971668"/>
            <a:ext cx="3714900" cy="1923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See the raw JSON requests and responses.</a:t>
            </a:r>
            <a:endParaRPr sz="500"/>
          </a:p>
        </p:txBody>
      </p:sp>
      <p:sp>
        <p:nvSpPr>
          <p:cNvPr id="458" name="Google Shape;458;p62"/>
          <p:cNvSpPr txBox="1"/>
          <p:nvPr/>
        </p:nvSpPr>
        <p:spPr>
          <a:xfrm>
            <a:off x="514956" y="3271706"/>
            <a:ext cx="71400" cy="17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a:t>
            </a:r>
            <a:endParaRPr sz="500"/>
          </a:p>
        </p:txBody>
      </p:sp>
      <p:sp>
        <p:nvSpPr>
          <p:cNvPr id="459" name="Google Shape;459;p62"/>
          <p:cNvSpPr txBox="1"/>
          <p:nvPr/>
        </p:nvSpPr>
        <p:spPr>
          <a:xfrm>
            <a:off x="657831" y="3271706"/>
            <a:ext cx="3714900" cy="1923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Manually call tools and check their results.</a:t>
            </a:r>
            <a:endParaRPr sz="500"/>
          </a:p>
        </p:txBody>
      </p:sp>
      <p:sp>
        <p:nvSpPr>
          <p:cNvPr id="460" name="Google Shape;460;p62"/>
          <p:cNvSpPr txBox="1"/>
          <p:nvPr/>
        </p:nvSpPr>
        <p:spPr>
          <a:xfrm>
            <a:off x="514956" y="3571743"/>
            <a:ext cx="71400" cy="1770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a:t>
            </a:r>
            <a:endParaRPr sz="500"/>
          </a:p>
        </p:txBody>
      </p:sp>
      <p:sp>
        <p:nvSpPr>
          <p:cNvPr id="461" name="Google Shape;461;p62"/>
          <p:cNvSpPr txBox="1"/>
          <p:nvPr/>
        </p:nvSpPr>
        <p:spPr>
          <a:xfrm>
            <a:off x="657831" y="3461015"/>
            <a:ext cx="3714900" cy="4233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b="0" i="0" lang="en" sz="1000" u="none" cap="none" strike="noStrike">
                <a:solidFill>
                  <a:srgbClr val="475569"/>
                </a:solidFill>
                <a:latin typeface="Lato"/>
                <a:ea typeface="Lato"/>
                <a:cs typeface="Lato"/>
                <a:sym typeface="Lato"/>
              </a:rPr>
              <a:t>Debug your server *before* integrating it into a complex AI application.</a:t>
            </a:r>
            <a:endParaRPr sz="500"/>
          </a:p>
        </p:txBody>
      </p:sp>
      <p:sp>
        <p:nvSpPr>
          <p:cNvPr id="462" name="Google Shape;462;p62"/>
          <p:cNvSpPr txBox="1"/>
          <p:nvPr/>
        </p:nvSpPr>
        <p:spPr>
          <a:xfrm>
            <a:off x="428625" y="242887"/>
            <a:ext cx="8701088"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Tools: The MCP Inspector</a:t>
            </a:r>
            <a:endParaRPr sz="500"/>
          </a:p>
        </p:txBody>
      </p:sp>
      <p:pic>
        <p:nvPicPr>
          <p:cNvPr descr="mcp-inspector.pngGoogle Shape;364;p46" id="463" name="Google Shape;463;p62"/>
          <p:cNvPicPr preferRelativeResize="0"/>
          <p:nvPr/>
        </p:nvPicPr>
        <p:blipFill rotWithShape="1">
          <a:blip r:embed="rId4">
            <a:alphaModFix/>
          </a:blip>
          <a:srcRect b="0" l="0" r="0" t="0"/>
          <a:stretch/>
        </p:blipFill>
        <p:spPr>
          <a:xfrm>
            <a:off x="4688097" y="614363"/>
            <a:ext cx="4048123" cy="2910788"/>
          </a:xfrm>
          <a:prstGeom prst="rect">
            <a:avLst/>
          </a:prstGeom>
          <a:noFill/>
          <a:ln>
            <a:noFill/>
          </a:ln>
        </p:spPr>
      </p:pic>
      <p:sp>
        <p:nvSpPr>
          <p:cNvPr id="464" name="Google Shape;464;p62"/>
          <p:cNvSpPr txBox="1"/>
          <p:nvPr/>
        </p:nvSpPr>
        <p:spPr>
          <a:xfrm>
            <a:off x="4904606" y="4401193"/>
            <a:ext cx="3095700" cy="471000"/>
          </a:xfrm>
          <a:prstGeom prst="rect">
            <a:avLst/>
          </a:prstGeom>
          <a:noFill/>
          <a:ln>
            <a:noFill/>
          </a:ln>
        </p:spPr>
        <p:txBody>
          <a:bodyPr anchorCtr="0" anchor="ctr" bIns="68550" lIns="68550" spcFirstLastPara="1" rIns="68550" wrap="square" tIns="68550">
            <a:spAutoFit/>
          </a:bodyPr>
          <a:lstStyle/>
          <a:p>
            <a:pPr indent="0" lvl="0" marL="0" marR="0" rtl="0" algn="ctr">
              <a:lnSpc>
                <a:spcPct val="90000"/>
              </a:lnSpc>
              <a:spcBef>
                <a:spcPts val="0"/>
              </a:spcBef>
              <a:spcAft>
                <a:spcPts val="0"/>
              </a:spcAft>
              <a:buClr>
                <a:schemeClr val="accent5"/>
              </a:buClr>
              <a:buSzPts val="2400"/>
              <a:buFont typeface="Calibri"/>
              <a:buNone/>
            </a:pPr>
            <a:r>
              <a:rPr b="0" i="0" lang="en" sz="2400" u="sng" cap="none" strike="noStrike">
                <a:solidFill>
                  <a:schemeClr val="hlink"/>
                </a:solidFill>
                <a:latin typeface="Calibri"/>
                <a:ea typeface="Calibri"/>
                <a:cs typeface="Calibri"/>
                <a:sym typeface="Calibri"/>
                <a:hlinkClick r:id="rId5"/>
              </a:rPr>
              <a:t>MCP Inspector</a:t>
            </a:r>
            <a:endParaRPr sz="500"/>
          </a:p>
        </p:txBody>
      </p:sp>
      <p:sp>
        <p:nvSpPr>
          <p:cNvPr id="465" name="Google Shape;465;p62"/>
          <p:cNvSpPr txBox="1"/>
          <p:nvPr>
            <p:ph idx="12" type="sldNum"/>
          </p:nvPr>
        </p:nvSpPr>
        <p:spPr>
          <a:xfrm>
            <a:off x="4476022" y="4469475"/>
            <a:ext cx="153300" cy="161700"/>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66" name="Google Shape;466;p62"/>
          <p:cNvPicPr preferRelativeResize="0"/>
          <p:nvPr/>
        </p:nvPicPr>
        <p:blipFill rotWithShape="1">
          <a:blip r:embed="rId6">
            <a:alphaModFix/>
          </a:blip>
          <a:srcRect b="0" l="0" r="0" t="0"/>
          <a:stretch/>
        </p:blipFill>
        <p:spPr>
          <a:xfrm>
            <a:off x="8254773" y="4111188"/>
            <a:ext cx="683802" cy="860882"/>
          </a:xfrm>
          <a:prstGeom prst="rect">
            <a:avLst/>
          </a:prstGeom>
          <a:noFill/>
          <a:ln>
            <a:noFill/>
          </a:ln>
        </p:spPr>
      </p:pic>
      <p:sp>
        <p:nvSpPr>
          <p:cNvPr id="467" name="Google Shape;467;p62"/>
          <p:cNvSpPr txBox="1"/>
          <p:nvPr/>
        </p:nvSpPr>
        <p:spPr>
          <a:xfrm>
            <a:off x="407763" y="4024981"/>
            <a:ext cx="4163100" cy="2877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1800"/>
              <a:buFont typeface="Poppins"/>
              <a:buNone/>
            </a:pPr>
            <a:r>
              <a:rPr lang="en" sz="1800">
                <a:solidFill>
                  <a:srgbClr val="1E293B"/>
                </a:solidFill>
                <a:latin typeface="Poppins"/>
                <a:ea typeface="Poppins"/>
                <a:cs typeface="Poppins"/>
                <a:sym typeface="Poppins"/>
              </a:rPr>
              <a:t>How to</a:t>
            </a:r>
            <a:r>
              <a:rPr b="0" i="0" lang="en" sz="1800" u="none" cap="none" strike="noStrike">
                <a:solidFill>
                  <a:srgbClr val="1E293B"/>
                </a:solidFill>
                <a:latin typeface="Poppins"/>
                <a:ea typeface="Poppins"/>
                <a:cs typeface="Poppins"/>
                <a:sym typeface="Poppins"/>
              </a:rPr>
              <a:t> use it?</a:t>
            </a:r>
            <a:endParaRPr sz="500"/>
          </a:p>
        </p:txBody>
      </p:sp>
      <p:sp>
        <p:nvSpPr>
          <p:cNvPr id="468" name="Google Shape;468;p62"/>
          <p:cNvSpPr txBox="1"/>
          <p:nvPr/>
        </p:nvSpPr>
        <p:spPr>
          <a:xfrm>
            <a:off x="407775" y="4296325"/>
            <a:ext cx="4048200" cy="885000"/>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000"/>
              <a:buFont typeface="Lato"/>
              <a:buNone/>
            </a:pPr>
            <a:r>
              <a:rPr lang="en" sz="1000">
                <a:solidFill>
                  <a:srgbClr val="475569"/>
                </a:solidFill>
                <a:latin typeface="Lato"/>
                <a:ea typeface="Lato"/>
                <a:cs typeface="Lato"/>
                <a:sym typeface="Lato"/>
              </a:rPr>
              <a:t>Run: % npx @modelcontextprotocol/inspector python &lt;server_path_file&gt;</a:t>
            </a:r>
            <a:endParaRPr sz="1000">
              <a:solidFill>
                <a:srgbClr val="475569"/>
              </a:solidFill>
              <a:latin typeface="Lato"/>
              <a:ea typeface="Lato"/>
              <a:cs typeface="Lato"/>
              <a:sym typeface="Lato"/>
            </a:endParaRPr>
          </a:p>
          <a:p>
            <a:pPr indent="0" lvl="0" marL="0" marR="0" rtl="0" algn="l">
              <a:lnSpc>
                <a:spcPct val="150000"/>
              </a:lnSpc>
              <a:spcBef>
                <a:spcPts val="0"/>
              </a:spcBef>
              <a:spcAft>
                <a:spcPts val="0"/>
              </a:spcAft>
              <a:buClr>
                <a:srgbClr val="475569"/>
              </a:buClr>
              <a:buSzPts val="1000"/>
              <a:buFont typeface="Lato"/>
              <a:buNone/>
            </a:pPr>
            <a:r>
              <a:rPr lang="en" sz="1000">
                <a:solidFill>
                  <a:srgbClr val="475569"/>
                </a:solidFill>
                <a:latin typeface="Lato"/>
                <a:ea typeface="Lato"/>
                <a:cs typeface="Lato"/>
                <a:sym typeface="Lato"/>
              </a:rPr>
              <a:t>Remotely</a:t>
            </a:r>
            <a:r>
              <a:rPr lang="en" sz="1000">
                <a:solidFill>
                  <a:srgbClr val="475569"/>
                </a:solidFill>
                <a:latin typeface="Lato"/>
                <a:ea typeface="Lato"/>
                <a:cs typeface="Lato"/>
                <a:sym typeface="Lato"/>
              </a:rPr>
              <a:t> servers example: npx @modelcontextprotocol/inspector npx -y @modelcontextprotocol/server-filesystem ~</a:t>
            </a:r>
            <a:endParaRPr sz="1000">
              <a:solidFill>
                <a:srgbClr val="475569"/>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72" name="Shape 472"/>
        <p:cNvGrpSpPr/>
        <p:nvPr/>
      </p:nvGrpSpPr>
      <p:grpSpPr>
        <a:xfrm>
          <a:off x="0" y="0"/>
          <a:ext cx="0" cy="0"/>
          <a:chOff x="0" y="0"/>
          <a:chExt cx="0" cy="0"/>
        </a:xfrm>
      </p:grpSpPr>
      <p:sp>
        <p:nvSpPr>
          <p:cNvPr id="473" name="Google Shape;473;p63"/>
          <p:cNvSpPr txBox="1"/>
          <p:nvPr/>
        </p:nvSpPr>
        <p:spPr>
          <a:xfrm>
            <a:off x="221456" y="2064067"/>
            <a:ext cx="8701200" cy="980400"/>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1E293B"/>
              </a:buClr>
              <a:buSzPts val="3400"/>
              <a:buFont typeface="Poppins"/>
              <a:buNone/>
            </a:pPr>
            <a:r>
              <a:rPr b="1" i="0" lang="en" sz="3400" u="none" cap="none" strike="noStrike">
                <a:solidFill>
                  <a:srgbClr val="1E293B"/>
                </a:solidFill>
                <a:latin typeface="Poppins"/>
                <a:ea typeface="Poppins"/>
                <a:cs typeface="Poppins"/>
                <a:sym typeface="Poppins"/>
              </a:rPr>
              <a:t>Practical Tutorial: Connecting to Claude Desktop (db_server</a:t>
            </a:r>
            <a:r>
              <a:rPr b="1" lang="en" sz="3400">
                <a:solidFill>
                  <a:srgbClr val="1E293B"/>
                </a:solidFill>
                <a:latin typeface="Poppins"/>
                <a:ea typeface="Poppins"/>
                <a:cs typeface="Poppins"/>
                <a:sym typeface="Poppins"/>
              </a:rPr>
              <a:t> example)</a:t>
            </a:r>
            <a:endParaRPr sz="500"/>
          </a:p>
        </p:txBody>
      </p:sp>
      <p:sp>
        <p:nvSpPr>
          <p:cNvPr id="474" name="Google Shape;474;p63"/>
          <p:cNvSpPr txBox="1"/>
          <p:nvPr>
            <p:ph idx="12" type="sldNum"/>
          </p:nvPr>
        </p:nvSpPr>
        <p:spPr>
          <a:xfrm>
            <a:off x="4494704" y="4762500"/>
            <a:ext cx="157449"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75" name="Google Shape;475;p63"/>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5D5D5"/>
            </a:gs>
            <a:gs pos="100000">
              <a:srgbClr val="FFFFFF"/>
            </a:gs>
          </a:gsLst>
          <a:lin ang="5400000" scaled="0"/>
        </a:gradFill>
      </p:bgPr>
    </p:bg>
    <p:spTree>
      <p:nvGrpSpPr>
        <p:cNvPr id="479" name="Shape 479"/>
        <p:cNvGrpSpPr/>
        <p:nvPr/>
      </p:nvGrpSpPr>
      <p:grpSpPr>
        <a:xfrm>
          <a:off x="0" y="0"/>
          <a:ext cx="0" cy="0"/>
          <a:chOff x="0" y="0"/>
          <a:chExt cx="0" cy="0"/>
        </a:xfrm>
      </p:grpSpPr>
      <p:sp>
        <p:nvSpPr>
          <p:cNvPr id="480" name="Google Shape;480;p64"/>
          <p:cNvSpPr txBox="1"/>
          <p:nvPr/>
        </p:nvSpPr>
        <p:spPr>
          <a:xfrm>
            <a:off x="221456" y="1682352"/>
            <a:ext cx="8701088" cy="371475"/>
          </a:xfrm>
          <a:prstGeom prst="rect">
            <a:avLst/>
          </a:prstGeom>
          <a:noFill/>
          <a:ln>
            <a:noFill/>
          </a:ln>
        </p:spPr>
        <p:txBody>
          <a:bodyPr anchorCtr="0" anchor="ctr" bIns="19050" lIns="19050" spcFirstLastPara="1" rIns="19050" wrap="square" tIns="19050">
            <a:spAutoFit/>
          </a:bodyPr>
          <a:lstStyle/>
          <a:p>
            <a:pPr indent="0" lvl="0" marL="0" marR="0" rtl="0" algn="l">
              <a:lnSpc>
                <a:spcPct val="90000"/>
              </a:lnSpc>
              <a:spcBef>
                <a:spcPts val="0"/>
              </a:spcBef>
              <a:spcAft>
                <a:spcPts val="0"/>
              </a:spcAft>
              <a:buClr>
                <a:srgbClr val="000000"/>
              </a:buClr>
              <a:buSzPts val="2300"/>
              <a:buFont typeface="Arial Rounded"/>
              <a:buNone/>
            </a:pPr>
            <a:r>
              <a:rPr b="1" i="0" lang="en" sz="2300" u="none" cap="none" strike="noStrike">
                <a:solidFill>
                  <a:srgbClr val="000000"/>
                </a:solidFill>
                <a:latin typeface="Arial Rounded"/>
                <a:ea typeface="Arial Rounded"/>
                <a:cs typeface="Arial Rounded"/>
                <a:sym typeface="Arial Rounded"/>
              </a:rPr>
              <a:t>Questions?</a:t>
            </a:r>
            <a:endParaRPr sz="500"/>
          </a:p>
        </p:txBody>
      </p:sp>
      <p:sp>
        <p:nvSpPr>
          <p:cNvPr id="481" name="Google Shape;481;p64"/>
          <p:cNvSpPr txBox="1"/>
          <p:nvPr/>
        </p:nvSpPr>
        <p:spPr>
          <a:xfrm>
            <a:off x="257961" y="2225044"/>
            <a:ext cx="8286750" cy="219075"/>
          </a:xfrm>
          <a:prstGeom prst="rect">
            <a:avLst/>
          </a:prstGeom>
          <a:noFill/>
          <a:ln>
            <a:noFill/>
          </a:ln>
        </p:spPr>
        <p:txBody>
          <a:bodyPr anchorCtr="0" anchor="ctr" bIns="19050" lIns="19050" spcFirstLastPara="1" rIns="19050" wrap="square" tIns="19050">
            <a:spAutoFit/>
          </a:bodyPr>
          <a:lstStyle/>
          <a:p>
            <a:pPr indent="0" lvl="0" marL="0" marR="0" rtl="0" algn="l">
              <a:lnSpc>
                <a:spcPct val="150000"/>
              </a:lnSpc>
              <a:spcBef>
                <a:spcPts val="0"/>
              </a:spcBef>
              <a:spcAft>
                <a:spcPts val="0"/>
              </a:spcAft>
              <a:buClr>
                <a:srgbClr val="475569"/>
              </a:buClr>
              <a:buSzPts val="1200"/>
              <a:buFont typeface="Lato"/>
              <a:buNone/>
            </a:pPr>
            <a:r>
              <a:rPr b="0" i="0" lang="en" sz="1200" u="none" cap="none" strike="noStrike">
                <a:solidFill>
                  <a:srgbClr val="475569"/>
                </a:solidFill>
                <a:latin typeface="Lato"/>
                <a:ea typeface="Lato"/>
                <a:cs typeface="Lato"/>
                <a:sym typeface="Lato"/>
              </a:rPr>
              <a:t>Thank You.</a:t>
            </a:r>
            <a:endParaRPr sz="500"/>
          </a:p>
        </p:txBody>
      </p:sp>
      <p:sp>
        <p:nvSpPr>
          <p:cNvPr id="482" name="Google Shape;482;p64"/>
          <p:cNvSpPr txBox="1"/>
          <p:nvPr>
            <p:ph idx="12" type="sldNum"/>
          </p:nvPr>
        </p:nvSpPr>
        <p:spPr>
          <a:xfrm>
            <a:off x="4494323" y="4762500"/>
            <a:ext cx="158211" cy="160973"/>
          </a:xfrm>
          <a:prstGeom prst="rect">
            <a:avLst/>
          </a:prstGeom>
          <a:noFill/>
          <a:ln>
            <a:noFill/>
          </a:ln>
        </p:spPr>
        <p:txBody>
          <a:bodyPr anchorCtr="0" anchor="b" bIns="19050" lIns="19050" spcFirstLastPara="1" rIns="19050" wrap="square" tIns="19050">
            <a:spAutoFit/>
          </a:bodyPr>
          <a:lstStyle/>
          <a:p>
            <a:pPr indent="0" lvl="0" marL="0" rtl="0" algn="ctr">
              <a:lnSpc>
                <a:spcPct val="100000"/>
              </a:lnSpc>
              <a:spcBef>
                <a:spcPts val="0"/>
              </a:spcBef>
              <a:spcAft>
                <a:spcPts val="0"/>
              </a:spcAft>
              <a:buClr>
                <a:srgbClr val="5E5E5E"/>
              </a:buClr>
              <a:buSzPts val="800"/>
              <a:buFont typeface="Arial"/>
              <a:buNone/>
            </a:pPr>
            <a:fld id="{00000000-1234-1234-1234-123412341234}" type="slidenum">
              <a:rPr lang="en" sz="800">
                <a:solidFill>
                  <a:srgbClr val="5E5E5E"/>
                </a:solidFill>
                <a:latin typeface="Arial"/>
                <a:ea typeface="Arial"/>
                <a:cs typeface="Arial"/>
                <a:sym typeface="Arial"/>
              </a:rPr>
              <a:t>‹#›</a:t>
            </a:fld>
            <a:endParaRPr/>
          </a:p>
        </p:txBody>
      </p:sp>
      <p:pic>
        <p:nvPicPr>
          <p:cNvPr descr="NAWYLOGO.avif" id="483" name="Google Shape;483;p64"/>
          <p:cNvPicPr preferRelativeResize="0"/>
          <p:nvPr/>
        </p:nvPicPr>
        <p:blipFill rotWithShape="1">
          <a:blip r:embed="rId3">
            <a:alphaModFix/>
          </a:blip>
          <a:srcRect b="0" l="0" r="0" t="0"/>
          <a:stretch/>
        </p:blipFill>
        <p:spPr>
          <a:xfrm>
            <a:off x="8254773" y="4111188"/>
            <a:ext cx="683802" cy="86088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